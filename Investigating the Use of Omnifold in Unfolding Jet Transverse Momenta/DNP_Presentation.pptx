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9" r:id="rId6"/>
    <p:sldId id="262" r:id="rId7"/>
    <p:sldId id="263" r:id="rId8"/>
    <p:sldId id="264" r:id="rId9"/>
    <p:sldId id="267" r:id="rId10"/>
    <p:sldId id="266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057B4-F50B-4153-A179-210ED7152281}" v="424" dt="2024-10-03T22:36:05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Browning" userId="58b3a03113484b7f" providerId="LiveId" clId="{87B057B4-F50B-4153-A179-210ED7152281}"/>
    <pc:docChg chg="undo custSel addSld delSld modSld sldOrd modMainMaster">
      <pc:chgData name="Simon Browning" userId="58b3a03113484b7f" providerId="LiveId" clId="{87B057B4-F50B-4153-A179-210ED7152281}" dt="2024-10-03T22:36:19.924" v="5928" actId="1076"/>
      <pc:docMkLst>
        <pc:docMk/>
      </pc:docMkLst>
      <pc:sldChg chg="addSp modSp mod setBg">
        <pc:chgData name="Simon Browning" userId="58b3a03113484b7f" providerId="LiveId" clId="{87B057B4-F50B-4153-A179-210ED7152281}" dt="2024-10-01T20:07:23.872" v="4992" actId="1076"/>
        <pc:sldMkLst>
          <pc:docMk/>
          <pc:sldMk cId="1609332348" sldId="256"/>
        </pc:sldMkLst>
        <pc:spChg chg="mod">
          <ac:chgData name="Simon Browning" userId="58b3a03113484b7f" providerId="LiveId" clId="{87B057B4-F50B-4153-A179-210ED7152281}" dt="2024-09-17T01:58:05.721" v="2157" actId="26606"/>
          <ac:spMkLst>
            <pc:docMk/>
            <pc:sldMk cId="1609332348" sldId="256"/>
            <ac:spMk id="2" creationId="{C0F1FD94-2FC3-FBD7-73DA-D4E0FA20B95A}"/>
          </ac:spMkLst>
        </pc:spChg>
        <pc:spChg chg="mod">
          <ac:chgData name="Simon Browning" userId="58b3a03113484b7f" providerId="LiveId" clId="{87B057B4-F50B-4153-A179-210ED7152281}" dt="2024-09-26T22:29:43.142" v="4789" actId="1036"/>
          <ac:spMkLst>
            <pc:docMk/>
            <pc:sldMk cId="1609332348" sldId="256"/>
            <ac:spMk id="3" creationId="{650183B8-734E-2BF4-DB29-45F25185B4BA}"/>
          </ac:spMkLst>
        </pc:spChg>
        <pc:spChg chg="add mod">
          <ac:chgData name="Simon Browning" userId="58b3a03113484b7f" providerId="LiveId" clId="{87B057B4-F50B-4153-A179-210ED7152281}" dt="2024-09-26T22:29:51.818" v="4791" actId="122"/>
          <ac:spMkLst>
            <pc:docMk/>
            <pc:sldMk cId="1609332348" sldId="256"/>
            <ac:spMk id="4" creationId="{896D30D8-0226-5C38-6523-621E359B9F9F}"/>
          </ac:spMkLst>
        </pc:spChg>
        <pc:spChg chg="add">
          <ac:chgData name="Simon Browning" userId="58b3a03113484b7f" providerId="LiveId" clId="{87B057B4-F50B-4153-A179-210ED7152281}" dt="2024-09-17T01:58:05.721" v="2157" actId="26606"/>
          <ac:spMkLst>
            <pc:docMk/>
            <pc:sldMk cId="1609332348" sldId="256"/>
            <ac:spMk id="8" creationId="{FFD48BC7-DC40-47DE-87EE-9F4B6ECB9ABB}"/>
          </ac:spMkLst>
        </pc:spChg>
        <pc:spChg chg="add">
          <ac:chgData name="Simon Browning" userId="58b3a03113484b7f" providerId="LiveId" clId="{87B057B4-F50B-4153-A179-210ED7152281}" dt="2024-09-17T01:58:05.721" v="2157" actId="26606"/>
          <ac:spMkLst>
            <pc:docMk/>
            <pc:sldMk cId="1609332348" sldId="256"/>
            <ac:spMk id="10" creationId="{E502BBC7-2C76-46F3-BC24-5985BC13DB88}"/>
          </ac:spMkLst>
        </pc:spChg>
        <pc:spChg chg="add">
          <ac:chgData name="Simon Browning" userId="58b3a03113484b7f" providerId="LiveId" clId="{87B057B4-F50B-4153-A179-210ED7152281}" dt="2024-09-17T01:58:05.721" v="2157" actId="26606"/>
          <ac:spMkLst>
            <pc:docMk/>
            <pc:sldMk cId="1609332348" sldId="256"/>
            <ac:spMk id="12" creationId="{C7F28D52-2A5F-4D23-81AE-7CB8B591C7AF}"/>
          </ac:spMkLst>
        </pc:spChg>
        <pc:spChg chg="add">
          <ac:chgData name="Simon Browning" userId="58b3a03113484b7f" providerId="LiveId" clId="{87B057B4-F50B-4153-A179-210ED7152281}" dt="2024-09-17T01:58:05.721" v="2157" actId="26606"/>
          <ac:spMkLst>
            <pc:docMk/>
            <pc:sldMk cId="1609332348" sldId="256"/>
            <ac:spMk id="14" creationId="{3629484E-3792-4B3D-89AD-7C8A1ED0E0D4}"/>
          </ac:spMkLst>
        </pc:spChg>
        <pc:picChg chg="add mod">
          <ac:chgData name="Simon Browning" userId="58b3a03113484b7f" providerId="LiveId" clId="{87B057B4-F50B-4153-A179-210ED7152281}" dt="2024-10-01T20:07:23.872" v="4992" actId="1076"/>
          <ac:picMkLst>
            <pc:docMk/>
            <pc:sldMk cId="1609332348" sldId="256"/>
            <ac:picMk id="5" creationId="{45547024-BA6D-493B-C919-1D28BCD09428}"/>
          </ac:picMkLst>
        </pc:picChg>
      </pc:sldChg>
      <pc:sldChg chg="addSp modSp new mod setBg">
        <pc:chgData name="Simon Browning" userId="58b3a03113484b7f" providerId="LiveId" clId="{87B057B4-F50B-4153-A179-210ED7152281}" dt="2024-09-24T19:17:14.289" v="3881" actId="20577"/>
        <pc:sldMkLst>
          <pc:docMk/>
          <pc:sldMk cId="2213693123" sldId="257"/>
        </pc:sldMkLst>
        <pc:spChg chg="mod">
          <ac:chgData name="Simon Browning" userId="58b3a03113484b7f" providerId="LiveId" clId="{87B057B4-F50B-4153-A179-210ED7152281}" dt="2024-09-15T23:28:51.680" v="482" actId="26606"/>
          <ac:spMkLst>
            <pc:docMk/>
            <pc:sldMk cId="2213693123" sldId="257"/>
            <ac:spMk id="2" creationId="{7AA549C3-AF39-5C66-9A22-249F0A48DF01}"/>
          </ac:spMkLst>
        </pc:spChg>
        <pc:spChg chg="mod">
          <ac:chgData name="Simon Browning" userId="58b3a03113484b7f" providerId="LiveId" clId="{87B057B4-F50B-4153-A179-210ED7152281}" dt="2024-09-24T19:17:14.289" v="3881" actId="20577"/>
          <ac:spMkLst>
            <pc:docMk/>
            <pc:sldMk cId="2213693123" sldId="257"/>
            <ac:spMk id="3" creationId="{B550E45F-0CDE-BEB5-F73F-04947D7C9F92}"/>
          </ac:spMkLst>
        </pc:spChg>
        <pc:spChg chg="add">
          <ac:chgData name="Simon Browning" userId="58b3a03113484b7f" providerId="LiveId" clId="{87B057B4-F50B-4153-A179-210ED7152281}" dt="2024-09-15T23:28:51.680" v="482" actId="26606"/>
          <ac:spMkLst>
            <pc:docMk/>
            <pc:sldMk cId="2213693123" sldId="257"/>
            <ac:spMk id="8" creationId="{777A147A-9ED8-46B4-8660-1B3C2AA880B5}"/>
          </ac:spMkLst>
        </pc:spChg>
        <pc:spChg chg="add">
          <ac:chgData name="Simon Browning" userId="58b3a03113484b7f" providerId="LiveId" clId="{87B057B4-F50B-4153-A179-210ED7152281}" dt="2024-09-15T23:28:51.680" v="482" actId="26606"/>
          <ac:spMkLst>
            <pc:docMk/>
            <pc:sldMk cId="2213693123" sldId="257"/>
            <ac:spMk id="10" creationId="{5D6C15A0-C087-4593-8414-2B4EC1CDC3DE}"/>
          </ac:spMkLst>
        </pc:spChg>
      </pc:sldChg>
      <pc:sldChg chg="addSp modSp new del mod setBg">
        <pc:chgData name="Simon Browning" userId="58b3a03113484b7f" providerId="LiveId" clId="{87B057B4-F50B-4153-A179-210ED7152281}" dt="2024-09-15T23:28:58.122" v="483" actId="2696"/>
        <pc:sldMkLst>
          <pc:docMk/>
          <pc:sldMk cId="4146970097" sldId="258"/>
        </pc:sldMkLst>
        <pc:spChg chg="mod">
          <ac:chgData name="Simon Browning" userId="58b3a03113484b7f" providerId="LiveId" clId="{87B057B4-F50B-4153-A179-210ED7152281}" dt="2024-09-15T23:27:43.635" v="468" actId="26606"/>
          <ac:spMkLst>
            <pc:docMk/>
            <pc:sldMk cId="4146970097" sldId="258"/>
            <ac:spMk id="2" creationId="{6EF2AEB5-AA62-6526-F77C-61F40F888150}"/>
          </ac:spMkLst>
        </pc:spChg>
        <pc:spChg chg="mod">
          <ac:chgData name="Simon Browning" userId="58b3a03113484b7f" providerId="LiveId" clId="{87B057B4-F50B-4153-A179-210ED7152281}" dt="2024-09-15T23:27:46.278" v="470" actId="962"/>
          <ac:spMkLst>
            <pc:docMk/>
            <pc:sldMk cId="4146970097" sldId="258"/>
            <ac:spMk id="3" creationId="{CE608CAD-1F38-DF67-F086-5D2C49E25ACB}"/>
          </ac:spMkLst>
        </pc:spChg>
        <pc:spChg chg="add">
          <ac:chgData name="Simon Browning" userId="58b3a03113484b7f" providerId="LiveId" clId="{87B057B4-F50B-4153-A179-210ED7152281}" dt="2024-09-15T23:27:43.635" v="468" actId="26606"/>
          <ac:spMkLst>
            <pc:docMk/>
            <pc:sldMk cId="4146970097" sldId="258"/>
            <ac:spMk id="1031" creationId="{743AA782-23D1-4521-8CAD-47662984AA08}"/>
          </ac:spMkLst>
        </pc:spChg>
        <pc:spChg chg="add">
          <ac:chgData name="Simon Browning" userId="58b3a03113484b7f" providerId="LiveId" clId="{87B057B4-F50B-4153-A179-210ED7152281}" dt="2024-09-15T23:27:43.635" v="468" actId="26606"/>
          <ac:spMkLst>
            <pc:docMk/>
            <pc:sldMk cId="4146970097" sldId="258"/>
            <ac:spMk id="1033" creationId="{71877DBC-BB60-40F0-AC93-2ACDBAAE60CE}"/>
          </ac:spMkLst>
        </pc:spChg>
        <pc:picChg chg="add mod">
          <ac:chgData name="Simon Browning" userId="58b3a03113484b7f" providerId="LiveId" clId="{87B057B4-F50B-4153-A179-210ED7152281}" dt="2024-09-15T23:27:46.278" v="470" actId="962"/>
          <ac:picMkLst>
            <pc:docMk/>
            <pc:sldMk cId="4146970097" sldId="258"/>
            <ac:picMk id="1026" creationId="{93CEC268-CC84-912F-D1A3-C78DE071B036}"/>
          </ac:picMkLst>
        </pc:picChg>
      </pc:sldChg>
      <pc:sldChg chg="modSp add mod">
        <pc:chgData name="Simon Browning" userId="58b3a03113484b7f" providerId="LiveId" clId="{87B057B4-F50B-4153-A179-210ED7152281}" dt="2024-10-01T19:57:22.816" v="4951" actId="20577"/>
        <pc:sldMkLst>
          <pc:docMk/>
          <pc:sldMk cId="763296137" sldId="259"/>
        </pc:sldMkLst>
        <pc:spChg chg="mod">
          <ac:chgData name="Simon Browning" userId="58b3a03113484b7f" providerId="LiveId" clId="{87B057B4-F50B-4153-A179-210ED7152281}" dt="2024-10-01T19:57:22.816" v="4951" actId="20577"/>
          <ac:spMkLst>
            <pc:docMk/>
            <pc:sldMk cId="763296137" sldId="259"/>
            <ac:spMk id="3" creationId="{CE608CAD-1F38-DF67-F086-5D2C49E25ACB}"/>
          </ac:spMkLst>
        </pc:spChg>
      </pc:sldChg>
      <pc:sldChg chg="addSp delSp modSp new mod setBg">
        <pc:chgData name="Simon Browning" userId="58b3a03113484b7f" providerId="LiveId" clId="{87B057B4-F50B-4153-A179-210ED7152281}" dt="2024-10-01T19:58:00.646" v="4989" actId="20577"/>
        <pc:sldMkLst>
          <pc:docMk/>
          <pc:sldMk cId="2478924081" sldId="260"/>
        </pc:sldMkLst>
        <pc:spChg chg="mod">
          <ac:chgData name="Simon Browning" userId="58b3a03113484b7f" providerId="LiveId" clId="{87B057B4-F50B-4153-A179-210ED7152281}" dt="2024-09-16T22:44:01.626" v="727" actId="26606"/>
          <ac:spMkLst>
            <pc:docMk/>
            <pc:sldMk cId="2478924081" sldId="260"/>
            <ac:spMk id="2" creationId="{CECE8294-B85A-78B6-C58B-EE45B57ED903}"/>
          </ac:spMkLst>
        </pc:spChg>
        <pc:spChg chg="mod">
          <ac:chgData name="Simon Browning" userId="58b3a03113484b7f" providerId="LiveId" clId="{87B057B4-F50B-4153-A179-210ED7152281}" dt="2024-10-01T19:58:00.646" v="4989" actId="20577"/>
          <ac:spMkLst>
            <pc:docMk/>
            <pc:sldMk cId="2478924081" sldId="260"/>
            <ac:spMk id="3" creationId="{3DBB0125-99D2-DE99-E6D9-5B051D27942D}"/>
          </ac:spMkLst>
        </pc:spChg>
        <pc:spChg chg="add mod">
          <ac:chgData name="Simon Browning" userId="58b3a03113484b7f" providerId="LiveId" clId="{87B057B4-F50B-4153-A179-210ED7152281}" dt="2024-09-22T22:26:37.884" v="2881" actId="20577"/>
          <ac:spMkLst>
            <pc:docMk/>
            <pc:sldMk cId="2478924081" sldId="260"/>
            <ac:spMk id="4" creationId="{D1C487A0-303E-4FAE-A1DA-A89E73A09F5C}"/>
          </ac:spMkLst>
        </pc:spChg>
        <pc:spChg chg="add del">
          <ac:chgData name="Simon Browning" userId="58b3a03113484b7f" providerId="LiveId" clId="{87B057B4-F50B-4153-A179-210ED7152281}" dt="2024-09-16T22:44:29.118" v="734" actId="26606"/>
          <ac:spMkLst>
            <pc:docMk/>
            <pc:sldMk cId="2478924081" sldId="260"/>
            <ac:spMk id="1031" creationId="{2B97F24A-32CE-4C1C-A50D-3016B394DCFB}"/>
          </ac:spMkLst>
        </pc:spChg>
        <pc:spChg chg="add del">
          <ac:chgData name="Simon Browning" userId="58b3a03113484b7f" providerId="LiveId" clId="{87B057B4-F50B-4153-A179-210ED7152281}" dt="2024-09-16T22:44:29.118" v="734" actId="26606"/>
          <ac:spMkLst>
            <pc:docMk/>
            <pc:sldMk cId="2478924081" sldId="260"/>
            <ac:spMk id="1033" creationId="{6357EC4F-235E-4222-A36F-C7878ACE37F2}"/>
          </ac:spMkLst>
        </pc:spChg>
        <pc:spChg chg="add del">
          <ac:chgData name="Simon Browning" userId="58b3a03113484b7f" providerId="LiveId" clId="{87B057B4-F50B-4153-A179-210ED7152281}" dt="2024-09-16T22:44:28.349" v="731" actId="26606"/>
          <ac:spMkLst>
            <pc:docMk/>
            <pc:sldMk cId="2478924081" sldId="260"/>
            <ac:spMk id="1038" creationId="{2B97F24A-32CE-4C1C-A50D-3016B394DCFB}"/>
          </ac:spMkLst>
        </pc:spChg>
        <pc:spChg chg="add del">
          <ac:chgData name="Simon Browning" userId="58b3a03113484b7f" providerId="LiveId" clId="{87B057B4-F50B-4153-A179-210ED7152281}" dt="2024-09-16T22:44:28.349" v="731" actId="26606"/>
          <ac:spMkLst>
            <pc:docMk/>
            <pc:sldMk cId="2478924081" sldId="260"/>
            <ac:spMk id="1040" creationId="{6357EC4F-235E-4222-A36F-C7878ACE37F2}"/>
          </ac:spMkLst>
        </pc:spChg>
        <pc:spChg chg="add del">
          <ac:chgData name="Simon Browning" userId="58b3a03113484b7f" providerId="LiveId" clId="{87B057B4-F50B-4153-A179-210ED7152281}" dt="2024-09-16T22:44:29.103" v="733" actId="26606"/>
          <ac:spMkLst>
            <pc:docMk/>
            <pc:sldMk cId="2478924081" sldId="260"/>
            <ac:spMk id="1042" creationId="{2B97F24A-32CE-4C1C-A50D-3016B394DCFB}"/>
          </ac:spMkLst>
        </pc:spChg>
        <pc:spChg chg="add del">
          <ac:chgData name="Simon Browning" userId="58b3a03113484b7f" providerId="LiveId" clId="{87B057B4-F50B-4153-A179-210ED7152281}" dt="2024-09-16T22:44:29.103" v="733" actId="26606"/>
          <ac:spMkLst>
            <pc:docMk/>
            <pc:sldMk cId="2478924081" sldId="260"/>
            <ac:spMk id="1043" creationId="{CD8B4F24-440B-49E9-B85D-733523DC064B}"/>
          </ac:spMkLst>
        </pc:spChg>
        <pc:spChg chg="add">
          <ac:chgData name="Simon Browning" userId="58b3a03113484b7f" providerId="LiveId" clId="{87B057B4-F50B-4153-A179-210ED7152281}" dt="2024-09-16T22:44:29.118" v="734" actId="26606"/>
          <ac:spMkLst>
            <pc:docMk/>
            <pc:sldMk cId="2478924081" sldId="260"/>
            <ac:spMk id="1045" creationId="{2B97F24A-32CE-4C1C-A50D-3016B394DCFB}"/>
          </ac:spMkLst>
        </pc:spChg>
        <pc:spChg chg="add">
          <ac:chgData name="Simon Browning" userId="58b3a03113484b7f" providerId="LiveId" clId="{87B057B4-F50B-4153-A179-210ED7152281}" dt="2024-09-16T22:44:29.118" v="734" actId="26606"/>
          <ac:spMkLst>
            <pc:docMk/>
            <pc:sldMk cId="2478924081" sldId="260"/>
            <ac:spMk id="1046" creationId="{6357EC4F-235E-4222-A36F-C7878ACE37F2}"/>
          </ac:spMkLst>
        </pc:spChg>
        <pc:picChg chg="add mod">
          <ac:chgData name="Simon Browning" userId="58b3a03113484b7f" providerId="LiveId" clId="{87B057B4-F50B-4153-A179-210ED7152281}" dt="2024-09-22T22:25:57.583" v="2872" actId="1076"/>
          <ac:picMkLst>
            <pc:docMk/>
            <pc:sldMk cId="2478924081" sldId="260"/>
            <ac:picMk id="1026" creationId="{30D48935-2751-83D0-27F8-F5E251343F9A}"/>
          </ac:picMkLst>
        </pc:picChg>
      </pc:sldChg>
      <pc:sldChg chg="addSp delSp modSp new del mod setBg">
        <pc:chgData name="Simon Browning" userId="58b3a03113484b7f" providerId="LiveId" clId="{87B057B4-F50B-4153-A179-210ED7152281}" dt="2024-09-24T18:27:10.268" v="3614" actId="2696"/>
        <pc:sldMkLst>
          <pc:docMk/>
          <pc:sldMk cId="3870883202" sldId="261"/>
        </pc:sldMkLst>
        <pc:spChg chg="mod">
          <ac:chgData name="Simon Browning" userId="58b3a03113484b7f" providerId="LiveId" clId="{87B057B4-F50B-4153-A179-210ED7152281}" dt="2024-09-17T00:16:33.350" v="1428" actId="26606"/>
          <ac:spMkLst>
            <pc:docMk/>
            <pc:sldMk cId="3870883202" sldId="261"/>
            <ac:spMk id="2" creationId="{74FED5D9-287E-14FC-3BA7-BCCEF90DE8F8}"/>
          </ac:spMkLst>
        </pc:spChg>
        <pc:spChg chg="del">
          <ac:chgData name="Simon Browning" userId="58b3a03113484b7f" providerId="LiveId" clId="{87B057B4-F50B-4153-A179-210ED7152281}" dt="2024-09-16T22:53:55.603" v="759" actId="478"/>
          <ac:spMkLst>
            <pc:docMk/>
            <pc:sldMk cId="3870883202" sldId="261"/>
            <ac:spMk id="3" creationId="{57A22DDD-A68A-D336-C34A-FA9A0F0CB759}"/>
          </ac:spMkLst>
        </pc:spChg>
        <pc:spChg chg="add mod">
          <ac:chgData name="Simon Browning" userId="58b3a03113484b7f" providerId="LiveId" clId="{87B057B4-F50B-4153-A179-210ED7152281}" dt="2024-09-17T19:51:10.962" v="2338" actId="20577"/>
          <ac:spMkLst>
            <pc:docMk/>
            <pc:sldMk cId="3870883202" sldId="261"/>
            <ac:spMk id="3" creationId="{803768CF-4A5A-B186-6A9F-059A6FC50743}"/>
          </ac:spMkLst>
        </pc:spChg>
        <pc:spChg chg="add mod">
          <ac:chgData name="Simon Browning" userId="58b3a03113484b7f" providerId="LiveId" clId="{87B057B4-F50B-4153-A179-210ED7152281}" dt="2024-09-24T18:12:22.498" v="3296" actId="20577"/>
          <ac:spMkLst>
            <pc:docMk/>
            <pc:sldMk cId="3870883202" sldId="261"/>
            <ac:spMk id="6" creationId="{44C81597-8F3E-36AD-EFE4-DA50721E50EE}"/>
          </ac:spMkLst>
        </pc:spChg>
        <pc:spChg chg="add del">
          <ac:chgData name="Simon Browning" userId="58b3a03113484b7f" providerId="LiveId" clId="{87B057B4-F50B-4153-A179-210ED7152281}" dt="2024-09-17T00:16:33.350" v="1428" actId="26606"/>
          <ac:spMkLst>
            <pc:docMk/>
            <pc:sldMk cId="3870883202" sldId="261"/>
            <ac:spMk id="2066" creationId="{81E1224E-6618-482E-BE87-321A7FC1CDE8}"/>
          </ac:spMkLst>
        </pc:spChg>
        <pc:spChg chg="add del">
          <ac:chgData name="Simon Browning" userId="58b3a03113484b7f" providerId="LiveId" clId="{87B057B4-F50B-4153-A179-210ED7152281}" dt="2024-09-17T00:16:33.350" v="1428" actId="26606"/>
          <ac:spMkLst>
            <pc:docMk/>
            <pc:sldMk cId="3870883202" sldId="261"/>
            <ac:spMk id="2068" creationId="{066346BE-FDB4-4772-A696-0719490ABD64}"/>
          </ac:spMkLst>
        </pc:spChg>
        <pc:spChg chg="add del">
          <ac:chgData name="Simon Browning" userId="58b3a03113484b7f" providerId="LiveId" clId="{87B057B4-F50B-4153-A179-210ED7152281}" dt="2024-09-17T00:16:33.350" v="1428" actId="26606"/>
          <ac:spMkLst>
            <pc:docMk/>
            <pc:sldMk cId="3870883202" sldId="261"/>
            <ac:spMk id="2070" creationId="{FB92FFCE-0C90-454E-AA25-D4EE9A6C39C5}"/>
          </ac:spMkLst>
        </pc:spChg>
        <pc:spChg chg="add">
          <ac:chgData name="Simon Browning" userId="58b3a03113484b7f" providerId="LiveId" clId="{87B057B4-F50B-4153-A179-210ED7152281}" dt="2024-09-17T00:16:33.350" v="1428" actId="26606"/>
          <ac:spMkLst>
            <pc:docMk/>
            <pc:sldMk cId="3870883202" sldId="261"/>
            <ac:spMk id="2075" creationId="{2E442304-DDBD-4F7B-8017-36BCC863FB40}"/>
          </ac:spMkLst>
        </pc:spChg>
        <pc:spChg chg="add">
          <ac:chgData name="Simon Browning" userId="58b3a03113484b7f" providerId="LiveId" clId="{87B057B4-F50B-4153-A179-210ED7152281}" dt="2024-09-17T00:16:33.350" v="1428" actId="26606"/>
          <ac:spMkLst>
            <pc:docMk/>
            <pc:sldMk cId="3870883202" sldId="261"/>
            <ac:spMk id="2077" creationId="{5E107275-3853-46FD-A241-DE4355A42675}"/>
          </ac:spMkLst>
        </pc:spChg>
        <pc:grpChg chg="add mod">
          <ac:chgData name="Simon Browning" userId="58b3a03113484b7f" providerId="LiveId" clId="{87B057B4-F50B-4153-A179-210ED7152281}" dt="2024-09-17T00:16:33.350" v="1428" actId="26606"/>
          <ac:grpSpMkLst>
            <pc:docMk/>
            <pc:sldMk cId="3870883202" sldId="261"/>
            <ac:grpSpMk id="4" creationId="{5C073239-7262-C387-525F-2B17B45BD9F9}"/>
          </ac:grpSpMkLst>
        </pc:grpChg>
        <pc:picChg chg="add">
          <ac:chgData name="Simon Browning" userId="58b3a03113484b7f" providerId="LiveId" clId="{87B057B4-F50B-4153-A179-210ED7152281}" dt="2024-09-16T22:53:57.953" v="760"/>
          <ac:picMkLst>
            <pc:docMk/>
            <pc:sldMk cId="3870883202" sldId="261"/>
            <ac:picMk id="2050" creationId="{31397A18-0F5B-AEA4-162C-165A343DF855}"/>
          </ac:picMkLst>
        </pc:picChg>
        <pc:picChg chg="add">
          <ac:chgData name="Simon Browning" userId="58b3a03113484b7f" providerId="LiveId" clId="{87B057B4-F50B-4153-A179-210ED7152281}" dt="2024-09-16T22:53:57.953" v="760"/>
          <ac:picMkLst>
            <pc:docMk/>
            <pc:sldMk cId="3870883202" sldId="261"/>
            <ac:picMk id="2051" creationId="{11C4485D-61D5-DCFB-8BBE-1CC569EA1518}"/>
          </ac:picMkLst>
        </pc:picChg>
        <pc:picChg chg="add">
          <ac:chgData name="Simon Browning" userId="58b3a03113484b7f" providerId="LiveId" clId="{87B057B4-F50B-4153-A179-210ED7152281}" dt="2024-09-16T22:54:16.584" v="761"/>
          <ac:picMkLst>
            <pc:docMk/>
            <pc:sldMk cId="3870883202" sldId="261"/>
            <ac:picMk id="2053" creationId="{E1943F75-0B20-6C83-EEF0-4646FDBD0008}"/>
          </ac:picMkLst>
        </pc:picChg>
        <pc:picChg chg="add mod">
          <ac:chgData name="Simon Browning" userId="58b3a03113484b7f" providerId="LiveId" clId="{87B057B4-F50B-4153-A179-210ED7152281}" dt="2024-09-16T22:54:34.439" v="763"/>
          <ac:picMkLst>
            <pc:docMk/>
            <pc:sldMk cId="3870883202" sldId="261"/>
            <ac:picMk id="2055" creationId="{D834798F-397C-DA5F-510A-B95DEF759403}"/>
          </ac:picMkLst>
        </pc:picChg>
        <pc:picChg chg="add">
          <ac:chgData name="Simon Browning" userId="58b3a03113484b7f" providerId="LiveId" clId="{87B057B4-F50B-4153-A179-210ED7152281}" dt="2024-09-16T22:54:44.868" v="764"/>
          <ac:picMkLst>
            <pc:docMk/>
            <pc:sldMk cId="3870883202" sldId="261"/>
            <ac:picMk id="2057" creationId="{82C4CD9A-0E77-DA59-1958-DD36720DE056}"/>
          </ac:picMkLst>
        </pc:picChg>
        <pc:picChg chg="add">
          <ac:chgData name="Simon Browning" userId="58b3a03113484b7f" providerId="LiveId" clId="{87B057B4-F50B-4153-A179-210ED7152281}" dt="2024-09-16T22:54:44.868" v="764"/>
          <ac:picMkLst>
            <pc:docMk/>
            <pc:sldMk cId="3870883202" sldId="261"/>
            <ac:picMk id="2058" creationId="{3E841E04-633A-210B-9B61-0E9BE55D2AAC}"/>
          </ac:picMkLst>
        </pc:picChg>
        <pc:picChg chg="add mod">
          <ac:chgData name="Simon Browning" userId="58b3a03113484b7f" providerId="LiveId" clId="{87B057B4-F50B-4153-A179-210ED7152281}" dt="2024-09-16T22:56:36.299" v="775" actId="27614"/>
          <ac:picMkLst>
            <pc:docMk/>
            <pc:sldMk cId="3870883202" sldId="261"/>
            <ac:picMk id="2060" creationId="{5F400D12-B77B-60F9-57C4-8592780E3DFF}"/>
          </ac:picMkLst>
        </pc:picChg>
        <pc:picChg chg="add mod">
          <ac:chgData name="Simon Browning" userId="58b3a03113484b7f" providerId="LiveId" clId="{87B057B4-F50B-4153-A179-210ED7152281}" dt="2024-09-16T22:56:36.693" v="776" actId="27614"/>
          <ac:picMkLst>
            <pc:docMk/>
            <pc:sldMk cId="3870883202" sldId="261"/>
            <ac:picMk id="2061" creationId="{0F3305F9-9AA5-5805-EF95-1706B1A53C22}"/>
          </ac:picMkLst>
        </pc:picChg>
      </pc:sldChg>
      <pc:sldChg chg="addSp delSp modSp new mod setBg">
        <pc:chgData name="Simon Browning" userId="58b3a03113484b7f" providerId="LiveId" clId="{87B057B4-F50B-4153-A179-210ED7152281}" dt="2024-10-03T21:23:41.680" v="5531" actId="20577"/>
        <pc:sldMkLst>
          <pc:docMk/>
          <pc:sldMk cId="2904462516" sldId="262"/>
        </pc:sldMkLst>
        <pc:spChg chg="mod">
          <ac:chgData name="Simon Browning" userId="58b3a03113484b7f" providerId="LiveId" clId="{87B057B4-F50B-4153-A179-210ED7152281}" dt="2024-09-16T23:12:09.082" v="1052" actId="26606"/>
          <ac:spMkLst>
            <pc:docMk/>
            <pc:sldMk cId="2904462516" sldId="262"/>
            <ac:spMk id="2" creationId="{8F9B438C-CB52-0867-351D-B686BF747EB5}"/>
          </ac:spMkLst>
        </pc:spChg>
        <pc:spChg chg="mod">
          <ac:chgData name="Simon Browning" userId="58b3a03113484b7f" providerId="LiveId" clId="{87B057B4-F50B-4153-A179-210ED7152281}" dt="2024-10-03T21:23:41.680" v="5531" actId="20577"/>
          <ac:spMkLst>
            <pc:docMk/>
            <pc:sldMk cId="2904462516" sldId="262"/>
            <ac:spMk id="3" creationId="{D668501D-57C9-FDCA-F2A3-E31F1D5AFF86}"/>
          </ac:spMkLst>
        </pc:spChg>
        <pc:spChg chg="add del mod">
          <ac:chgData name="Simon Browning" userId="58b3a03113484b7f" providerId="LiveId" clId="{87B057B4-F50B-4153-A179-210ED7152281}" dt="2024-09-23T19:01:46.528" v="2901" actId="478"/>
          <ac:spMkLst>
            <pc:docMk/>
            <pc:sldMk cId="2904462516" sldId="262"/>
            <ac:spMk id="4" creationId="{FEE06CE3-1AAD-06C1-FFCE-0F07F9A877E6}"/>
          </ac:spMkLst>
        </pc:spChg>
        <pc:spChg chg="add">
          <ac:chgData name="Simon Browning" userId="58b3a03113484b7f" providerId="LiveId" clId="{87B057B4-F50B-4153-A179-210ED7152281}" dt="2024-09-16T23:12:09.082" v="1052" actId="26606"/>
          <ac:spMkLst>
            <pc:docMk/>
            <pc:sldMk cId="2904462516" sldId="262"/>
            <ac:spMk id="3079" creationId="{743AA782-23D1-4521-8CAD-47662984AA08}"/>
          </ac:spMkLst>
        </pc:spChg>
        <pc:spChg chg="add">
          <ac:chgData name="Simon Browning" userId="58b3a03113484b7f" providerId="LiveId" clId="{87B057B4-F50B-4153-A179-210ED7152281}" dt="2024-09-16T23:12:09.082" v="1052" actId="26606"/>
          <ac:spMkLst>
            <pc:docMk/>
            <pc:sldMk cId="2904462516" sldId="262"/>
            <ac:spMk id="3081" creationId="{650D18FE-0824-4A46-B22C-A86B52E5780A}"/>
          </ac:spMkLst>
        </pc:spChg>
        <pc:picChg chg="add mod">
          <ac:chgData name="Simon Browning" userId="58b3a03113484b7f" providerId="LiveId" clId="{87B057B4-F50B-4153-A179-210ED7152281}" dt="2024-09-16T23:12:11.130" v="1054" actId="962"/>
          <ac:picMkLst>
            <pc:docMk/>
            <pc:sldMk cId="2904462516" sldId="262"/>
            <ac:picMk id="3074" creationId="{B728C226-B72D-9E73-902F-6657EEF9555D}"/>
          </ac:picMkLst>
        </pc:picChg>
      </pc:sldChg>
      <pc:sldChg chg="addSp delSp modSp new mod setBg">
        <pc:chgData name="Simon Browning" userId="58b3a03113484b7f" providerId="LiveId" clId="{87B057B4-F50B-4153-A179-210ED7152281}" dt="2024-10-03T21:28:05.036" v="5772" actId="20577"/>
        <pc:sldMkLst>
          <pc:docMk/>
          <pc:sldMk cId="1688716221" sldId="263"/>
        </pc:sldMkLst>
        <pc:spChg chg="mod">
          <ac:chgData name="Simon Browning" userId="58b3a03113484b7f" providerId="LiveId" clId="{87B057B4-F50B-4153-A179-210ED7152281}" dt="2024-09-17T00:16:16.375" v="1425" actId="26606"/>
          <ac:spMkLst>
            <pc:docMk/>
            <pc:sldMk cId="1688716221" sldId="263"/>
            <ac:spMk id="2" creationId="{5F00859A-EA32-FCFB-F930-B5124F495A19}"/>
          </ac:spMkLst>
        </pc:spChg>
        <pc:spChg chg="mod">
          <ac:chgData name="Simon Browning" userId="58b3a03113484b7f" providerId="LiveId" clId="{87B057B4-F50B-4153-A179-210ED7152281}" dt="2024-10-03T21:28:05.036" v="5772" actId="20577"/>
          <ac:spMkLst>
            <pc:docMk/>
            <pc:sldMk cId="1688716221" sldId="263"/>
            <ac:spMk id="3" creationId="{28FF4224-8574-FB31-030D-97374B6F70D2}"/>
          </ac:spMkLst>
        </pc:spChg>
        <pc:spChg chg="add del mod">
          <ac:chgData name="Simon Browning" userId="58b3a03113484b7f" providerId="LiveId" clId="{87B057B4-F50B-4153-A179-210ED7152281}" dt="2024-09-23T19:04:51.114" v="3087" actId="478"/>
          <ac:spMkLst>
            <pc:docMk/>
            <pc:sldMk cId="1688716221" sldId="263"/>
            <ac:spMk id="5" creationId="{6275B543-2D1F-D931-9334-31C5711FCCD4}"/>
          </ac:spMkLst>
        </pc:spChg>
        <pc:spChg chg="add del mod">
          <ac:chgData name="Simon Browning" userId="58b3a03113484b7f" providerId="LiveId" clId="{87B057B4-F50B-4153-A179-210ED7152281}" dt="2024-09-17T00:13:46.827" v="1350"/>
          <ac:spMkLst>
            <pc:docMk/>
            <pc:sldMk cId="1688716221" sldId="263"/>
            <ac:spMk id="5" creationId="{E1B23A8A-3E0D-252A-9A50-A1296C44D1E0}"/>
          </ac:spMkLst>
        </pc:spChg>
        <pc:spChg chg="add del mod">
          <ac:chgData name="Simon Browning" userId="58b3a03113484b7f" providerId="LiveId" clId="{87B057B4-F50B-4153-A179-210ED7152281}" dt="2024-09-17T00:16:10.533" v="1424" actId="478"/>
          <ac:spMkLst>
            <pc:docMk/>
            <pc:sldMk cId="1688716221" sldId="263"/>
            <ac:spMk id="6" creationId="{F68D8889-7908-052A-7995-BF127B5540AB}"/>
          </ac:spMkLst>
        </pc:spChg>
        <pc:spChg chg="add mod">
          <ac:chgData name="Simon Browning" userId="58b3a03113484b7f" providerId="LiveId" clId="{87B057B4-F50B-4153-A179-210ED7152281}" dt="2024-09-23T19:05:16.663" v="3146" actId="1036"/>
          <ac:spMkLst>
            <pc:docMk/>
            <pc:sldMk cId="1688716221" sldId="263"/>
            <ac:spMk id="7" creationId="{B66A14D1-2D88-7E70-5282-73E17026BCAD}"/>
          </ac:spMkLst>
        </pc:spChg>
        <pc:spChg chg="add">
          <ac:chgData name="Simon Browning" userId="58b3a03113484b7f" providerId="LiveId" clId="{87B057B4-F50B-4153-A179-210ED7152281}" dt="2024-09-17T00:16:16.375" v="1425" actId="26606"/>
          <ac:spMkLst>
            <pc:docMk/>
            <pc:sldMk cId="1688716221" sldId="263"/>
            <ac:spMk id="4105" creationId="{743AA782-23D1-4521-8CAD-47662984AA08}"/>
          </ac:spMkLst>
        </pc:spChg>
        <pc:spChg chg="add">
          <ac:chgData name="Simon Browning" userId="58b3a03113484b7f" providerId="LiveId" clId="{87B057B4-F50B-4153-A179-210ED7152281}" dt="2024-09-17T00:16:16.375" v="1425" actId="26606"/>
          <ac:spMkLst>
            <pc:docMk/>
            <pc:sldMk cId="1688716221" sldId="263"/>
            <ac:spMk id="4107" creationId="{650D18FE-0824-4A46-B22C-A86B52E5780A}"/>
          </ac:spMkLst>
        </pc:spChg>
        <pc:grpChg chg="add mod">
          <ac:chgData name="Simon Browning" userId="58b3a03113484b7f" providerId="LiveId" clId="{87B057B4-F50B-4153-A179-210ED7152281}" dt="2024-09-24T19:31:32.368" v="4318" actId="1076"/>
          <ac:grpSpMkLst>
            <pc:docMk/>
            <pc:sldMk cId="1688716221" sldId="263"/>
            <ac:grpSpMk id="4" creationId="{ED1EAF57-56E4-C111-D84A-E60681071EC7}"/>
          </ac:grpSpMkLst>
        </pc:grpChg>
        <pc:picChg chg="add mod">
          <ac:chgData name="Simon Browning" userId="58b3a03113484b7f" providerId="LiveId" clId="{87B057B4-F50B-4153-A179-210ED7152281}" dt="2024-09-24T19:31:32.368" v="4318" actId="1076"/>
          <ac:picMkLst>
            <pc:docMk/>
            <pc:sldMk cId="1688716221" sldId="263"/>
            <ac:picMk id="4098" creationId="{D78302EA-424A-E15A-3133-89BB71D08B4F}"/>
          </ac:picMkLst>
        </pc:picChg>
        <pc:picChg chg="add mod">
          <ac:chgData name="Simon Browning" userId="58b3a03113484b7f" providerId="LiveId" clId="{87B057B4-F50B-4153-A179-210ED7152281}" dt="2024-09-24T19:31:32.368" v="4318" actId="1076"/>
          <ac:picMkLst>
            <pc:docMk/>
            <pc:sldMk cId="1688716221" sldId="263"/>
            <ac:picMk id="4100" creationId="{5FB13496-9890-E946-73B1-1997A9FABDDD}"/>
          </ac:picMkLst>
        </pc:picChg>
      </pc:sldChg>
      <pc:sldChg chg="new del">
        <pc:chgData name="Simon Browning" userId="58b3a03113484b7f" providerId="LiveId" clId="{87B057B4-F50B-4153-A179-210ED7152281}" dt="2024-09-17T01:19:30.653" v="1433" actId="680"/>
        <pc:sldMkLst>
          <pc:docMk/>
          <pc:sldMk cId="2691527050" sldId="264"/>
        </pc:sldMkLst>
      </pc:sldChg>
      <pc:sldChg chg="addSp delSp modSp new mod setBg">
        <pc:chgData name="Simon Browning" userId="58b3a03113484b7f" providerId="LiveId" clId="{87B057B4-F50B-4153-A179-210ED7152281}" dt="2024-10-03T22:36:19.924" v="5928" actId="1076"/>
        <pc:sldMkLst>
          <pc:docMk/>
          <pc:sldMk cId="2952892670" sldId="264"/>
        </pc:sldMkLst>
        <pc:spChg chg="mod">
          <ac:chgData name="Simon Browning" userId="58b3a03113484b7f" providerId="LiveId" clId="{87B057B4-F50B-4153-A179-210ED7152281}" dt="2024-09-17T01:36:45.748" v="1651" actId="26606"/>
          <ac:spMkLst>
            <pc:docMk/>
            <pc:sldMk cId="2952892670" sldId="264"/>
            <ac:spMk id="2" creationId="{FA38B57A-3003-BB91-4B4C-41E9C8F281F6}"/>
          </ac:spMkLst>
        </pc:spChg>
        <pc:spChg chg="mod">
          <ac:chgData name="Simon Browning" userId="58b3a03113484b7f" providerId="LiveId" clId="{87B057B4-F50B-4153-A179-210ED7152281}" dt="2024-09-26T22:22:55.985" v="4755" actId="20577"/>
          <ac:spMkLst>
            <pc:docMk/>
            <pc:sldMk cId="2952892670" sldId="264"/>
            <ac:spMk id="3" creationId="{B7CD80BC-C3F6-4EA1-FC6A-5CFC0FCFD8A4}"/>
          </ac:spMkLst>
        </pc:spChg>
        <pc:spChg chg="add mod">
          <ac:chgData name="Simon Browning" userId="58b3a03113484b7f" providerId="LiveId" clId="{87B057B4-F50B-4153-A179-210ED7152281}" dt="2024-09-26T22:22:52.292" v="4754" actId="1076"/>
          <ac:spMkLst>
            <pc:docMk/>
            <pc:sldMk cId="2952892670" sldId="264"/>
            <ac:spMk id="4" creationId="{31A33307-6B2F-BCB0-45D4-554E9B696C56}"/>
          </ac:spMkLst>
        </pc:spChg>
        <pc:spChg chg="add del mod">
          <ac:chgData name="Simon Browning" userId="58b3a03113484b7f" providerId="LiveId" clId="{87B057B4-F50B-4153-A179-210ED7152281}" dt="2024-09-23T19:07:16.631" v="3208" actId="478"/>
          <ac:spMkLst>
            <pc:docMk/>
            <pc:sldMk cId="2952892670" sldId="264"/>
            <ac:spMk id="4" creationId="{332E5575-F715-510A-6303-ED2D9602C409}"/>
          </ac:spMkLst>
        </pc:spChg>
        <pc:spChg chg="add mod ord">
          <ac:chgData name="Simon Browning" userId="58b3a03113484b7f" providerId="LiveId" clId="{87B057B4-F50B-4153-A179-210ED7152281}" dt="2024-10-03T22:34:07.358" v="5883" actId="1076"/>
          <ac:spMkLst>
            <pc:docMk/>
            <pc:sldMk cId="2952892670" sldId="264"/>
            <ac:spMk id="7" creationId="{9A7C9DD5-7163-7D8D-25DA-B9C715676F85}"/>
          </ac:spMkLst>
        </pc:spChg>
        <pc:spChg chg="add del">
          <ac:chgData name="Simon Browning" userId="58b3a03113484b7f" providerId="LiveId" clId="{87B057B4-F50B-4153-A179-210ED7152281}" dt="2024-10-03T22:30:56.229" v="5851" actId="478"/>
          <ac:spMkLst>
            <pc:docMk/>
            <pc:sldMk cId="2952892670" sldId="264"/>
            <ac:spMk id="8" creationId="{A67AE60E-C5A8-37FA-FE8F-05DAD5D295EF}"/>
          </ac:spMkLst>
        </pc:spChg>
        <pc:spChg chg="add mod">
          <ac:chgData name="Simon Browning" userId="58b3a03113484b7f" providerId="LiveId" clId="{87B057B4-F50B-4153-A179-210ED7152281}" dt="2024-10-03T22:31:32.845" v="5854" actId="2085"/>
          <ac:spMkLst>
            <pc:docMk/>
            <pc:sldMk cId="2952892670" sldId="264"/>
            <ac:spMk id="9" creationId="{C5A66254-38F6-20E4-CB1B-607C10A37B52}"/>
          </ac:spMkLst>
        </pc:spChg>
        <pc:spChg chg="add mod">
          <ac:chgData name="Simon Browning" userId="58b3a03113484b7f" providerId="LiveId" clId="{87B057B4-F50B-4153-A179-210ED7152281}" dt="2024-10-03T22:31:55.190" v="5858" actId="14100"/>
          <ac:spMkLst>
            <pc:docMk/>
            <pc:sldMk cId="2952892670" sldId="264"/>
            <ac:spMk id="10" creationId="{E7980EFF-3785-1FE9-9781-998BEE4A7A1B}"/>
          </ac:spMkLst>
        </pc:spChg>
        <pc:spChg chg="add mod">
          <ac:chgData name="Simon Browning" userId="58b3a03113484b7f" providerId="LiveId" clId="{87B057B4-F50B-4153-A179-210ED7152281}" dt="2024-10-03T22:33:01.803" v="5873" actId="1076"/>
          <ac:spMkLst>
            <pc:docMk/>
            <pc:sldMk cId="2952892670" sldId="264"/>
            <ac:spMk id="11" creationId="{D455AC6B-77B2-0A0B-C6D8-A033A0AB5C75}"/>
          </ac:spMkLst>
        </pc:spChg>
        <pc:spChg chg="add mod ord">
          <ac:chgData name="Simon Browning" userId="58b3a03113484b7f" providerId="LiveId" clId="{87B057B4-F50B-4153-A179-210ED7152281}" dt="2024-10-03T22:35:56.432" v="5918" actId="1036"/>
          <ac:spMkLst>
            <pc:docMk/>
            <pc:sldMk cId="2952892670" sldId="264"/>
            <ac:spMk id="12" creationId="{DB471881-F3D8-DC28-53EA-371E8A86B1E9}"/>
          </ac:spMkLst>
        </pc:spChg>
        <pc:spChg chg="add mod">
          <ac:chgData name="Simon Browning" userId="58b3a03113484b7f" providerId="LiveId" clId="{87B057B4-F50B-4153-A179-210ED7152281}" dt="2024-10-03T22:34:24.888" v="5888" actId="1036"/>
          <ac:spMkLst>
            <pc:docMk/>
            <pc:sldMk cId="2952892670" sldId="264"/>
            <ac:spMk id="13" creationId="{74DC256C-6168-4E14-F04B-13794A7005AA}"/>
          </ac:spMkLst>
        </pc:spChg>
        <pc:spChg chg="add mod">
          <ac:chgData name="Simon Browning" userId="58b3a03113484b7f" providerId="LiveId" clId="{87B057B4-F50B-4153-A179-210ED7152281}" dt="2024-10-03T22:35:03.458" v="5898" actId="14100"/>
          <ac:spMkLst>
            <pc:docMk/>
            <pc:sldMk cId="2952892670" sldId="264"/>
            <ac:spMk id="14" creationId="{3D881BB4-54C4-88F6-0C1C-90D4E4394A30}"/>
          </ac:spMkLst>
        </pc:spChg>
        <pc:spChg chg="add mod">
          <ac:chgData name="Simon Browning" userId="58b3a03113484b7f" providerId="LiveId" clId="{87B057B4-F50B-4153-A179-210ED7152281}" dt="2024-10-03T22:36:19.924" v="5928" actId="1076"/>
          <ac:spMkLst>
            <pc:docMk/>
            <pc:sldMk cId="2952892670" sldId="264"/>
            <ac:spMk id="15" creationId="{99AC4432-E779-5D4D-DD08-F3C95022FFE8}"/>
          </ac:spMkLst>
        </pc:spChg>
        <pc:spChg chg="add">
          <ac:chgData name="Simon Browning" userId="58b3a03113484b7f" providerId="LiveId" clId="{87B057B4-F50B-4153-A179-210ED7152281}" dt="2024-09-17T01:36:45.748" v="1651" actId="26606"/>
          <ac:spMkLst>
            <pc:docMk/>
            <pc:sldMk cId="2952892670" sldId="264"/>
            <ac:spMk id="5135" creationId="{743AA782-23D1-4521-8CAD-47662984AA08}"/>
          </ac:spMkLst>
        </pc:spChg>
        <pc:spChg chg="add">
          <ac:chgData name="Simon Browning" userId="58b3a03113484b7f" providerId="LiveId" clId="{87B057B4-F50B-4153-A179-210ED7152281}" dt="2024-09-17T01:36:45.748" v="1651" actId="26606"/>
          <ac:spMkLst>
            <pc:docMk/>
            <pc:sldMk cId="2952892670" sldId="264"/>
            <ac:spMk id="5137" creationId="{71877DBC-BB60-40F0-AC93-2ACDBAAE60CE}"/>
          </ac:spMkLst>
        </pc:spChg>
        <pc:grpChg chg="add del mod">
          <ac:chgData name="Simon Browning" userId="58b3a03113484b7f" providerId="LiveId" clId="{87B057B4-F50B-4153-A179-210ED7152281}" dt="2024-09-17T01:33:14.539" v="1637" actId="165"/>
          <ac:grpSpMkLst>
            <pc:docMk/>
            <pc:sldMk cId="2952892670" sldId="264"/>
            <ac:grpSpMk id="4" creationId="{B7F158A0-5277-E00B-D845-EB4C73BD486E}"/>
          </ac:grpSpMkLst>
        </pc:grpChg>
        <pc:grpChg chg="add mod">
          <ac:chgData name="Simon Browning" userId="58b3a03113484b7f" providerId="LiveId" clId="{87B057B4-F50B-4153-A179-210ED7152281}" dt="2024-10-03T22:33:50.451" v="5879" actId="1076"/>
          <ac:grpSpMkLst>
            <pc:docMk/>
            <pc:sldMk cId="2952892670" sldId="264"/>
            <ac:grpSpMk id="5" creationId="{7915A6EA-F89D-7365-20A6-686EC51DAACE}"/>
          </ac:grpSpMkLst>
        </pc:grpChg>
        <pc:picChg chg="add">
          <ac:chgData name="Simon Browning" userId="58b3a03113484b7f" providerId="LiveId" clId="{87B057B4-F50B-4153-A179-210ED7152281}" dt="2024-09-17T01:28:00.834" v="1621"/>
          <ac:picMkLst>
            <pc:docMk/>
            <pc:sldMk cId="2952892670" sldId="264"/>
            <ac:picMk id="5122" creationId="{6288C82B-BDD8-6CAC-D26D-786A00359863}"/>
          </ac:picMkLst>
        </pc:picChg>
        <pc:picChg chg="add">
          <ac:chgData name="Simon Browning" userId="58b3a03113484b7f" providerId="LiveId" clId="{87B057B4-F50B-4153-A179-210ED7152281}" dt="2024-09-17T01:28:00.834" v="1621"/>
          <ac:picMkLst>
            <pc:docMk/>
            <pc:sldMk cId="2952892670" sldId="264"/>
            <ac:picMk id="5123" creationId="{251156B7-85A5-4B12-C740-F6F163426E1A}"/>
          </ac:picMkLst>
        </pc:picChg>
        <pc:picChg chg="add">
          <ac:chgData name="Simon Browning" userId="58b3a03113484b7f" providerId="LiveId" clId="{87B057B4-F50B-4153-A179-210ED7152281}" dt="2024-09-17T01:28:00.834" v="1621"/>
          <ac:picMkLst>
            <pc:docMk/>
            <pc:sldMk cId="2952892670" sldId="264"/>
            <ac:picMk id="5124" creationId="{3A1E2940-1F91-0A02-4651-15302DEAC230}"/>
          </ac:picMkLst>
        </pc:picChg>
        <pc:picChg chg="add">
          <ac:chgData name="Simon Browning" userId="58b3a03113484b7f" providerId="LiveId" clId="{87B057B4-F50B-4153-A179-210ED7152281}" dt="2024-09-17T01:28:00.834" v="1621"/>
          <ac:picMkLst>
            <pc:docMk/>
            <pc:sldMk cId="2952892670" sldId="264"/>
            <ac:picMk id="5125" creationId="{CC4CC449-B608-88DD-B303-1A39EA1EDF1A}"/>
          </ac:picMkLst>
        </pc:picChg>
        <pc:picChg chg="add mod topLvl">
          <ac:chgData name="Simon Browning" userId="58b3a03113484b7f" providerId="LiveId" clId="{87B057B4-F50B-4153-A179-210ED7152281}" dt="2024-10-03T22:33:50.451" v="5879" actId="1076"/>
          <ac:picMkLst>
            <pc:docMk/>
            <pc:sldMk cId="2952892670" sldId="264"/>
            <ac:picMk id="5127" creationId="{0BF9C1A2-F18E-F146-445A-60AB2AE5DD92}"/>
          </ac:picMkLst>
        </pc:picChg>
        <pc:picChg chg="add mod topLvl">
          <ac:chgData name="Simon Browning" userId="58b3a03113484b7f" providerId="LiveId" clId="{87B057B4-F50B-4153-A179-210ED7152281}" dt="2024-10-03T22:33:50.451" v="5879" actId="1076"/>
          <ac:picMkLst>
            <pc:docMk/>
            <pc:sldMk cId="2952892670" sldId="264"/>
            <ac:picMk id="5128" creationId="{4A5D5214-274F-8919-E2FF-0BB9CA8DEF50}"/>
          </ac:picMkLst>
        </pc:picChg>
        <pc:picChg chg="add mod topLvl">
          <ac:chgData name="Simon Browning" userId="58b3a03113484b7f" providerId="LiveId" clId="{87B057B4-F50B-4153-A179-210ED7152281}" dt="2024-10-03T22:33:50.451" v="5879" actId="1076"/>
          <ac:picMkLst>
            <pc:docMk/>
            <pc:sldMk cId="2952892670" sldId="264"/>
            <ac:picMk id="5129" creationId="{182D15E9-5DD4-5D50-083B-2F344BA06FF6}"/>
          </ac:picMkLst>
        </pc:picChg>
        <pc:picChg chg="add mod topLvl">
          <ac:chgData name="Simon Browning" userId="58b3a03113484b7f" providerId="LiveId" clId="{87B057B4-F50B-4153-A179-210ED7152281}" dt="2024-10-03T22:33:50.451" v="5879" actId="1076"/>
          <ac:picMkLst>
            <pc:docMk/>
            <pc:sldMk cId="2952892670" sldId="264"/>
            <ac:picMk id="5130" creationId="{362095CB-8E61-422E-09AD-450C17512CB4}"/>
          </ac:picMkLst>
        </pc:picChg>
      </pc:sldChg>
      <pc:sldChg chg="addSp modSp new del">
        <pc:chgData name="Simon Browning" userId="58b3a03113484b7f" providerId="LiveId" clId="{87B057B4-F50B-4153-A179-210ED7152281}" dt="2024-09-17T00:17:27.007" v="1431" actId="2696"/>
        <pc:sldMkLst>
          <pc:docMk/>
          <pc:sldMk cId="3412318627" sldId="264"/>
        </pc:sldMkLst>
        <pc:spChg chg="add mod">
          <ac:chgData name="Simon Browning" userId="58b3a03113484b7f" providerId="LiveId" clId="{87B057B4-F50B-4153-A179-210ED7152281}" dt="2024-09-17T00:16:07.087" v="1423"/>
          <ac:spMkLst>
            <pc:docMk/>
            <pc:sldMk cId="3412318627" sldId="264"/>
            <ac:spMk id="4" creationId="{64D4B80B-FC4A-2CA4-DDBD-5CA78FD1DB3F}"/>
          </ac:spMkLst>
        </pc:spChg>
      </pc:sldChg>
      <pc:sldChg chg="addSp delSp modSp new del mod setBg">
        <pc:chgData name="Simon Browning" userId="58b3a03113484b7f" providerId="LiveId" clId="{87B057B4-F50B-4153-A179-210ED7152281}" dt="2024-09-24T18:13:40.113" v="3306" actId="2696"/>
        <pc:sldMkLst>
          <pc:docMk/>
          <pc:sldMk cId="967828175" sldId="265"/>
        </pc:sldMkLst>
        <pc:spChg chg="mod">
          <ac:chgData name="Simon Browning" userId="58b3a03113484b7f" providerId="LiveId" clId="{87B057B4-F50B-4153-A179-210ED7152281}" dt="2024-09-17T01:54:08.245" v="2127" actId="26606"/>
          <ac:spMkLst>
            <pc:docMk/>
            <pc:sldMk cId="967828175" sldId="265"/>
            <ac:spMk id="2" creationId="{EF0A6244-090A-3E9F-76BA-A6AE2B8F13B5}"/>
          </ac:spMkLst>
        </pc:spChg>
        <pc:spChg chg="del mod">
          <ac:chgData name="Simon Browning" userId="58b3a03113484b7f" providerId="LiveId" clId="{87B057B4-F50B-4153-A179-210ED7152281}" dt="2024-09-17T01:54:08.245" v="2127" actId="26606"/>
          <ac:spMkLst>
            <pc:docMk/>
            <pc:sldMk cId="967828175" sldId="265"/>
            <ac:spMk id="3" creationId="{20DCD507-D78F-8711-1FA4-C78ABAAC0ECA}"/>
          </ac:spMkLst>
        </pc:spChg>
        <pc:spChg chg="add del mod">
          <ac:chgData name="Simon Browning" userId="58b3a03113484b7f" providerId="LiveId" clId="{87B057B4-F50B-4153-A179-210ED7152281}" dt="2024-09-24T18:06:26.528" v="3217" actId="478"/>
          <ac:spMkLst>
            <pc:docMk/>
            <pc:sldMk cId="967828175" sldId="265"/>
            <ac:spMk id="3" creationId="{8BDC6D9E-998A-D841-47BB-1F3BCEE4584D}"/>
          </ac:spMkLst>
        </pc:spChg>
        <pc:spChg chg="add">
          <ac:chgData name="Simon Browning" userId="58b3a03113484b7f" providerId="LiveId" clId="{87B057B4-F50B-4153-A179-210ED7152281}" dt="2024-09-17T01:54:08.245" v="2127" actId="26606"/>
          <ac:spMkLst>
            <pc:docMk/>
            <pc:sldMk cId="967828175" sldId="265"/>
            <ac:spMk id="9" creationId="{2E442304-DDBD-4F7B-8017-36BCC863FB40}"/>
          </ac:spMkLst>
        </pc:spChg>
        <pc:spChg chg="add">
          <ac:chgData name="Simon Browning" userId="58b3a03113484b7f" providerId="LiveId" clId="{87B057B4-F50B-4153-A179-210ED7152281}" dt="2024-09-17T01:54:08.245" v="2127" actId="26606"/>
          <ac:spMkLst>
            <pc:docMk/>
            <pc:sldMk cId="967828175" sldId="265"/>
            <ac:spMk id="11" creationId="{5E107275-3853-46FD-A241-DE4355A42675}"/>
          </ac:spMkLst>
        </pc:spChg>
        <pc:graphicFrameChg chg="add mod">
          <ac:chgData name="Simon Browning" userId="58b3a03113484b7f" providerId="LiveId" clId="{87B057B4-F50B-4153-A179-210ED7152281}" dt="2024-09-24T18:06:21.992" v="3216"/>
          <ac:graphicFrameMkLst>
            <pc:docMk/>
            <pc:sldMk cId="967828175" sldId="265"/>
            <ac:graphicFrameMk id="5" creationId="{0FC63A56-7742-3C3A-DEE7-243807090A3D}"/>
          </ac:graphicFrameMkLst>
        </pc:graphicFrameChg>
      </pc:sldChg>
      <pc:sldChg chg="addSp delSp modSp new mod setBg">
        <pc:chgData name="Simon Browning" userId="58b3a03113484b7f" providerId="LiveId" clId="{87B057B4-F50B-4153-A179-210ED7152281}" dt="2024-09-26T21:42:45.897" v="4639" actId="20577"/>
        <pc:sldMkLst>
          <pc:docMk/>
          <pc:sldMk cId="4168592714" sldId="266"/>
        </pc:sldMkLst>
        <pc:spChg chg="mod">
          <ac:chgData name="Simon Browning" userId="58b3a03113484b7f" providerId="LiveId" clId="{87B057B4-F50B-4153-A179-210ED7152281}" dt="2024-09-17T01:57:44.184" v="2156" actId="26606"/>
          <ac:spMkLst>
            <pc:docMk/>
            <pc:sldMk cId="4168592714" sldId="266"/>
            <ac:spMk id="2" creationId="{37969E4F-068E-F751-CF2D-5B8D21929FA2}"/>
          </ac:spMkLst>
        </pc:spChg>
        <pc:spChg chg="add del mod ord">
          <ac:chgData name="Simon Browning" userId="58b3a03113484b7f" providerId="LiveId" clId="{87B057B4-F50B-4153-A179-210ED7152281}" dt="2024-09-26T21:42:45.897" v="4639" actId="20577"/>
          <ac:spMkLst>
            <pc:docMk/>
            <pc:sldMk cId="4168592714" sldId="266"/>
            <ac:spMk id="3" creationId="{DA56BD7F-FB93-53F1-38FB-5291640A741E}"/>
          </ac:spMkLst>
        </pc:spChg>
        <pc:spChg chg="add mod">
          <ac:chgData name="Simon Browning" userId="58b3a03113484b7f" providerId="LiveId" clId="{87B057B4-F50B-4153-A179-210ED7152281}" dt="2024-09-17T01:53:46.822" v="2125" actId="478"/>
          <ac:spMkLst>
            <pc:docMk/>
            <pc:sldMk cId="4168592714" sldId="266"/>
            <ac:spMk id="4" creationId="{331BADDE-908D-B331-DBE6-87968DDDC56D}"/>
          </ac:spMkLst>
        </pc:spChg>
        <pc:spChg chg="add">
          <ac:chgData name="Simon Browning" userId="58b3a03113484b7f" providerId="LiveId" clId="{87B057B4-F50B-4153-A179-210ED7152281}" dt="2024-09-17T01:54:52.480" v="2128"/>
          <ac:spMkLst>
            <pc:docMk/>
            <pc:sldMk cId="4168592714" sldId="266"/>
            <ac:spMk id="5" creationId="{0F0F4596-8B8C-AEC1-7F9B-828CE034196F}"/>
          </ac:spMkLst>
        </pc:spChg>
        <pc:spChg chg="add del mod">
          <ac:chgData name="Simon Browning" userId="58b3a03113484b7f" providerId="LiveId" clId="{87B057B4-F50B-4153-A179-210ED7152281}" dt="2024-09-17T01:55:40.624" v="2139" actId="14100"/>
          <ac:spMkLst>
            <pc:docMk/>
            <pc:sldMk cId="4168592714" sldId="266"/>
            <ac:spMk id="6" creationId="{0FDF28B9-82B1-4212-BF0B-0541DF3151F1}"/>
          </ac:spMkLst>
        </pc:spChg>
        <pc:spChg chg="add del mod">
          <ac:chgData name="Simon Browning" userId="58b3a03113484b7f" providerId="LiveId" clId="{87B057B4-F50B-4153-A179-210ED7152281}" dt="2024-09-17T01:56:03.338" v="2146" actId="478"/>
          <ac:spMkLst>
            <pc:docMk/>
            <pc:sldMk cId="4168592714" sldId="266"/>
            <ac:spMk id="7" creationId="{775ED821-2DF9-BD73-475F-4062F8B21F4C}"/>
          </ac:spMkLst>
        </pc:spChg>
        <pc:spChg chg="add">
          <ac:chgData name="Simon Browning" userId="58b3a03113484b7f" providerId="LiveId" clId="{87B057B4-F50B-4153-A179-210ED7152281}" dt="2024-09-17T01:57:44.184" v="2156" actId="26606"/>
          <ac:spMkLst>
            <pc:docMk/>
            <pc:sldMk cId="4168592714" sldId="266"/>
            <ac:spMk id="16" creationId="{5AC1364A-3E3D-4F0D-8776-78AF3A270DD6}"/>
          </ac:spMkLst>
        </pc:spChg>
        <pc:spChg chg="add">
          <ac:chgData name="Simon Browning" userId="58b3a03113484b7f" providerId="LiveId" clId="{87B057B4-F50B-4153-A179-210ED7152281}" dt="2024-09-17T01:57:44.184" v="2156" actId="26606"/>
          <ac:spMkLst>
            <pc:docMk/>
            <pc:sldMk cId="4168592714" sldId="266"/>
            <ac:spMk id="18" creationId="{3FCFB1DE-0B7E-48CC-BA90-B2AB0889F9D6}"/>
          </ac:spMkLst>
        </pc:spChg>
        <pc:picChg chg="add mod ord">
          <ac:chgData name="Simon Browning" userId="58b3a03113484b7f" providerId="LiveId" clId="{87B057B4-F50B-4153-A179-210ED7152281}" dt="2024-09-17T01:57:44.184" v="2156" actId="26606"/>
          <ac:picMkLst>
            <pc:docMk/>
            <pc:sldMk cId="4168592714" sldId="266"/>
            <ac:picMk id="9" creationId="{110453C4-AB70-AE5B-23A2-FE773598CDEE}"/>
          </ac:picMkLst>
        </pc:picChg>
        <pc:picChg chg="add mod">
          <ac:chgData name="Simon Browning" userId="58b3a03113484b7f" providerId="LiveId" clId="{87B057B4-F50B-4153-A179-210ED7152281}" dt="2024-09-17T01:57:44.184" v="2156" actId="26606"/>
          <ac:picMkLst>
            <pc:docMk/>
            <pc:sldMk cId="4168592714" sldId="266"/>
            <ac:picMk id="11" creationId="{2781A719-CECA-8B84-8AE6-0316832A70B6}"/>
          </ac:picMkLst>
        </pc:picChg>
        <pc:picChg chg="add del">
          <ac:chgData name="Simon Browning" userId="58b3a03113484b7f" providerId="LiveId" clId="{87B057B4-F50B-4153-A179-210ED7152281}" dt="2024-09-17T01:55:46.266" v="2141" actId="478"/>
          <ac:picMkLst>
            <pc:docMk/>
            <pc:sldMk cId="4168592714" sldId="266"/>
            <ac:picMk id="7170" creationId="{97ED596E-8CEF-708B-AC7F-D7E037BC9607}"/>
          </ac:picMkLst>
        </pc:picChg>
        <pc:picChg chg="add del mod">
          <ac:chgData name="Simon Browning" userId="58b3a03113484b7f" providerId="LiveId" clId="{87B057B4-F50B-4153-A179-210ED7152281}" dt="2024-09-17T01:55:45.242" v="2140" actId="478"/>
          <ac:picMkLst>
            <pc:docMk/>
            <pc:sldMk cId="4168592714" sldId="266"/>
            <ac:picMk id="7171" creationId="{D0871611-1E3B-B29F-1F2A-7248CC555966}"/>
          </ac:picMkLst>
        </pc:picChg>
      </pc:sldChg>
      <pc:sldChg chg="addSp delSp modSp new mod setBg">
        <pc:chgData name="Simon Browning" userId="58b3a03113484b7f" providerId="LiveId" clId="{87B057B4-F50B-4153-A179-210ED7152281}" dt="2024-09-24T18:13:26.230" v="3305" actId="20577"/>
        <pc:sldMkLst>
          <pc:docMk/>
          <pc:sldMk cId="3324664554" sldId="267"/>
        </pc:sldMkLst>
        <pc:spChg chg="mod">
          <ac:chgData name="Simon Browning" userId="58b3a03113484b7f" providerId="LiveId" clId="{87B057B4-F50B-4153-A179-210ED7152281}" dt="2024-09-24T18:13:15.552" v="3298" actId="26606"/>
          <ac:spMkLst>
            <pc:docMk/>
            <pc:sldMk cId="3324664554" sldId="267"/>
            <ac:spMk id="2" creationId="{AE587031-4515-BD4A-2913-57D3263E67E8}"/>
          </ac:spMkLst>
        </pc:spChg>
        <pc:spChg chg="add del mod">
          <ac:chgData name="Simon Browning" userId="58b3a03113484b7f" providerId="LiveId" clId="{87B057B4-F50B-4153-A179-210ED7152281}" dt="2024-09-24T18:12:55.357" v="3297" actId="26606"/>
          <ac:spMkLst>
            <pc:docMk/>
            <pc:sldMk cId="3324664554" sldId="267"/>
            <ac:spMk id="3" creationId="{31A72C05-8473-61E6-922E-7D54E9C942B2}"/>
          </ac:spMkLst>
        </pc:spChg>
        <pc:spChg chg="mod">
          <ac:chgData name="Simon Browning" userId="58b3a03113484b7f" providerId="LiveId" clId="{87B057B4-F50B-4153-A179-210ED7152281}" dt="2024-09-24T18:13:15.552" v="3298" actId="26606"/>
          <ac:spMkLst>
            <pc:docMk/>
            <pc:sldMk cId="3324664554" sldId="267"/>
            <ac:spMk id="4" creationId="{C292D380-445B-398E-C1D7-4C1549D05BD9}"/>
          </ac:spMkLst>
        </pc:spChg>
        <pc:spChg chg="add">
          <ac:chgData name="Simon Browning" userId="58b3a03113484b7f" providerId="LiveId" clId="{87B057B4-F50B-4153-A179-210ED7152281}" dt="2024-09-24T18:13:15.552" v="3298" actId="26606"/>
          <ac:spMkLst>
            <pc:docMk/>
            <pc:sldMk cId="3324664554" sldId="267"/>
            <ac:spMk id="11" creationId="{45D37F4E-DDB4-456B-97E0-9937730A039F}"/>
          </ac:spMkLst>
        </pc:spChg>
        <pc:spChg chg="add">
          <ac:chgData name="Simon Browning" userId="58b3a03113484b7f" providerId="LiveId" clId="{87B057B4-F50B-4153-A179-210ED7152281}" dt="2024-09-24T18:13:15.552" v="3298" actId="26606"/>
          <ac:spMkLst>
            <pc:docMk/>
            <pc:sldMk cId="3324664554" sldId="267"/>
            <ac:spMk id="13" creationId="{B2DD41CD-8F47-4F56-AD12-4E2FF7696987}"/>
          </ac:spMkLst>
        </pc:spChg>
        <pc:graphicFrameChg chg="add mod">
          <ac:chgData name="Simon Browning" userId="58b3a03113484b7f" providerId="LiveId" clId="{87B057B4-F50B-4153-A179-210ED7152281}" dt="2024-09-24T18:06:45.510" v="3220"/>
          <ac:graphicFrameMkLst>
            <pc:docMk/>
            <pc:sldMk cId="3324664554" sldId="267"/>
            <ac:graphicFrameMk id="5" creationId="{316FF9BE-823D-647B-69C2-8A68F1BAEE55}"/>
          </ac:graphicFrameMkLst>
        </pc:graphicFrameChg>
        <pc:graphicFrameChg chg="add mod ord modGraphic">
          <ac:chgData name="Simon Browning" userId="58b3a03113484b7f" providerId="LiveId" clId="{87B057B4-F50B-4153-A179-210ED7152281}" dt="2024-09-24T18:13:26.230" v="3305" actId="20577"/>
          <ac:graphicFrameMkLst>
            <pc:docMk/>
            <pc:sldMk cId="3324664554" sldId="267"/>
            <ac:graphicFrameMk id="6" creationId="{D0868A39-3A1F-7C99-8E8A-E734F62C9473}"/>
          </ac:graphicFrameMkLst>
        </pc:graphicFrameChg>
      </pc:sldChg>
      <pc:sldChg chg="addSp modSp new del mod">
        <pc:chgData name="Simon Browning" userId="58b3a03113484b7f" providerId="LiveId" clId="{87B057B4-F50B-4153-A179-210ED7152281}" dt="2024-09-24T18:26:36.982" v="3611" actId="2696"/>
        <pc:sldMkLst>
          <pc:docMk/>
          <pc:sldMk cId="1456962698" sldId="268"/>
        </pc:sldMkLst>
        <pc:spChg chg="mod">
          <ac:chgData name="Simon Browning" userId="58b3a03113484b7f" providerId="LiveId" clId="{87B057B4-F50B-4153-A179-210ED7152281}" dt="2024-09-24T18:19:01.261" v="3338" actId="20577"/>
          <ac:spMkLst>
            <pc:docMk/>
            <pc:sldMk cId="1456962698" sldId="268"/>
            <ac:spMk id="2" creationId="{3F98F7FA-792B-A444-4469-9EAB5F9A94C6}"/>
          </ac:spMkLst>
        </pc:spChg>
        <pc:spChg chg="mod">
          <ac:chgData name="Simon Browning" userId="58b3a03113484b7f" providerId="LiveId" clId="{87B057B4-F50B-4153-A179-210ED7152281}" dt="2024-09-24T18:24:23.266" v="3600" actId="20577"/>
          <ac:spMkLst>
            <pc:docMk/>
            <pc:sldMk cId="1456962698" sldId="268"/>
            <ac:spMk id="3" creationId="{90A0D39D-612F-6B72-3073-567263C6D429}"/>
          </ac:spMkLst>
        </pc:spChg>
        <pc:grpChg chg="add mod">
          <ac:chgData name="Simon Browning" userId="58b3a03113484b7f" providerId="LiveId" clId="{87B057B4-F50B-4153-A179-210ED7152281}" dt="2024-09-24T18:24:44.080" v="3603" actId="1076"/>
          <ac:grpSpMkLst>
            <pc:docMk/>
            <pc:sldMk cId="1456962698" sldId="268"/>
            <ac:grpSpMk id="5" creationId="{2ABFB4C1-B016-8112-E538-8063A59DB4D0}"/>
          </ac:grpSpMkLst>
        </pc:grpChg>
        <pc:picChg chg="mod">
          <ac:chgData name="Simon Browning" userId="58b3a03113484b7f" providerId="LiveId" clId="{87B057B4-F50B-4153-A179-210ED7152281}" dt="2024-09-24T18:24:44.080" v="3603" actId="1076"/>
          <ac:picMkLst>
            <pc:docMk/>
            <pc:sldMk cId="1456962698" sldId="268"/>
            <ac:picMk id="6" creationId="{28A7734E-5996-298F-5C8B-17019C02BA6B}"/>
          </ac:picMkLst>
        </pc:picChg>
        <pc:picChg chg="mod">
          <ac:chgData name="Simon Browning" userId="58b3a03113484b7f" providerId="LiveId" clId="{87B057B4-F50B-4153-A179-210ED7152281}" dt="2024-09-24T18:24:44.080" v="3603" actId="1076"/>
          <ac:picMkLst>
            <pc:docMk/>
            <pc:sldMk cId="1456962698" sldId="268"/>
            <ac:picMk id="7" creationId="{CB303F19-76CC-69F3-92F0-EA7A9840E8C1}"/>
          </ac:picMkLst>
        </pc:picChg>
      </pc:sldChg>
      <pc:sldChg chg="addSp delSp modSp add mod">
        <pc:chgData name="Simon Browning" userId="58b3a03113484b7f" providerId="LiveId" clId="{87B057B4-F50B-4153-A179-210ED7152281}" dt="2024-10-03T21:24:24.644" v="5542" actId="20577"/>
        <pc:sldMkLst>
          <pc:docMk/>
          <pc:sldMk cId="2313087695" sldId="269"/>
        </pc:sldMkLst>
        <pc:spChg chg="mod">
          <ac:chgData name="Simon Browning" userId="58b3a03113484b7f" providerId="LiveId" clId="{87B057B4-F50B-4153-A179-210ED7152281}" dt="2024-09-24T18:26:58.442" v="3613" actId="14100"/>
          <ac:spMkLst>
            <pc:docMk/>
            <pc:sldMk cId="2313087695" sldId="269"/>
            <ac:spMk id="2" creationId="{CECE8294-B85A-78B6-C58B-EE45B57ED903}"/>
          </ac:spMkLst>
        </pc:spChg>
        <pc:spChg chg="mod">
          <ac:chgData name="Simon Browning" userId="58b3a03113484b7f" providerId="LiveId" clId="{87B057B4-F50B-4153-A179-210ED7152281}" dt="2024-10-03T21:24:24.644" v="5542" actId="20577"/>
          <ac:spMkLst>
            <pc:docMk/>
            <pc:sldMk cId="2313087695" sldId="269"/>
            <ac:spMk id="3" creationId="{3DBB0125-99D2-DE99-E6D9-5B051D27942D}"/>
          </ac:spMkLst>
        </pc:spChg>
        <pc:spChg chg="add del mod">
          <ac:chgData name="Simon Browning" userId="58b3a03113484b7f" providerId="LiveId" clId="{87B057B4-F50B-4153-A179-210ED7152281}" dt="2024-09-26T22:16:54.324" v="4719" actId="478"/>
          <ac:spMkLst>
            <pc:docMk/>
            <pc:sldMk cId="2313087695" sldId="269"/>
            <ac:spMk id="4" creationId="{52209E7A-A79C-95DB-F476-0419C3F61C64}"/>
          </ac:spMkLst>
        </pc:spChg>
        <pc:spChg chg="add del mod">
          <ac:chgData name="Simon Browning" userId="58b3a03113484b7f" providerId="LiveId" clId="{87B057B4-F50B-4153-A179-210ED7152281}" dt="2024-10-01T20:10:28.521" v="5010" actId="478"/>
          <ac:spMkLst>
            <pc:docMk/>
            <pc:sldMk cId="2313087695" sldId="269"/>
            <ac:spMk id="4" creationId="{A071214E-0FAF-788D-77FC-1DBABC169369}"/>
          </ac:spMkLst>
        </pc:spChg>
        <pc:spChg chg="del">
          <ac:chgData name="Simon Browning" userId="58b3a03113484b7f" providerId="LiveId" clId="{87B057B4-F50B-4153-A179-210ED7152281}" dt="2024-09-24T18:25:50.301" v="3609" actId="478"/>
          <ac:spMkLst>
            <pc:docMk/>
            <pc:sldMk cId="2313087695" sldId="269"/>
            <ac:spMk id="4" creationId="{D1C487A0-303E-4FAE-A1DA-A89E73A09F5C}"/>
          </ac:spMkLst>
        </pc:spChg>
        <pc:spChg chg="add del mod">
          <ac:chgData name="Simon Browning" userId="58b3a03113484b7f" providerId="LiveId" clId="{87B057B4-F50B-4153-A179-210ED7152281}" dt="2024-10-01T20:10:24.563" v="5009" actId="478"/>
          <ac:spMkLst>
            <pc:docMk/>
            <pc:sldMk cId="2313087695" sldId="269"/>
            <ac:spMk id="9" creationId="{4075818C-8383-6ABA-9A52-93AF17893E27}"/>
          </ac:spMkLst>
        </pc:spChg>
        <pc:spChg chg="add mod">
          <ac:chgData name="Simon Browning" userId="58b3a03113484b7f" providerId="LiveId" clId="{87B057B4-F50B-4153-A179-210ED7152281}" dt="2024-10-03T19:04:39.325" v="5070" actId="20577"/>
          <ac:spMkLst>
            <pc:docMk/>
            <pc:sldMk cId="2313087695" sldId="269"/>
            <ac:spMk id="10" creationId="{7CDB778E-9B3B-F73C-E127-032E3984F5BE}"/>
          </ac:spMkLst>
        </pc:spChg>
        <pc:grpChg chg="add mod">
          <ac:chgData name="Simon Browning" userId="58b3a03113484b7f" providerId="LiveId" clId="{87B057B4-F50B-4153-A179-210ED7152281}" dt="2024-09-24T19:25:10.267" v="4206" actId="1038"/>
          <ac:grpSpMkLst>
            <pc:docMk/>
            <pc:sldMk cId="2313087695" sldId="269"/>
            <ac:grpSpMk id="6" creationId="{FCABF00A-576D-7EC0-B853-520618797318}"/>
          </ac:grpSpMkLst>
        </pc:grpChg>
        <pc:picChg chg="mod">
          <ac:chgData name="Simon Browning" userId="58b3a03113484b7f" providerId="LiveId" clId="{87B057B4-F50B-4153-A179-210ED7152281}" dt="2024-09-24T19:25:10.267" v="4206" actId="1038"/>
          <ac:picMkLst>
            <pc:docMk/>
            <pc:sldMk cId="2313087695" sldId="269"/>
            <ac:picMk id="7" creationId="{BC48D515-CC3A-45F3-F8FA-3E05F9B1C0CE}"/>
          </ac:picMkLst>
        </pc:picChg>
        <pc:picChg chg="mod">
          <ac:chgData name="Simon Browning" userId="58b3a03113484b7f" providerId="LiveId" clId="{87B057B4-F50B-4153-A179-210ED7152281}" dt="2024-09-24T19:25:10.267" v="4206" actId="1038"/>
          <ac:picMkLst>
            <pc:docMk/>
            <pc:sldMk cId="2313087695" sldId="269"/>
            <ac:picMk id="8" creationId="{8B5F3B51-8A53-C362-BC44-BE709FC8ACF4}"/>
          </ac:picMkLst>
        </pc:picChg>
        <pc:picChg chg="del">
          <ac:chgData name="Simon Browning" userId="58b3a03113484b7f" providerId="LiveId" clId="{87B057B4-F50B-4153-A179-210ED7152281}" dt="2024-09-24T18:25:46.663" v="3608" actId="478"/>
          <ac:picMkLst>
            <pc:docMk/>
            <pc:sldMk cId="2313087695" sldId="269"/>
            <ac:picMk id="1026" creationId="{30D48935-2751-83D0-27F8-F5E251343F9A}"/>
          </ac:picMkLst>
        </pc:picChg>
      </pc:sldChg>
      <pc:sldChg chg="addSp delSp modSp new mod ord">
        <pc:chgData name="Simon Browning" userId="58b3a03113484b7f" providerId="LiveId" clId="{87B057B4-F50B-4153-A179-210ED7152281}" dt="2024-09-26T22:20:29.483" v="4737" actId="207"/>
        <pc:sldMkLst>
          <pc:docMk/>
          <pc:sldMk cId="1273325072" sldId="270"/>
        </pc:sldMkLst>
        <pc:spChg chg="mod">
          <ac:chgData name="Simon Browning" userId="58b3a03113484b7f" providerId="LiveId" clId="{87B057B4-F50B-4153-A179-210ED7152281}" dt="2024-09-24T19:01:25.944" v="3657" actId="20577"/>
          <ac:spMkLst>
            <pc:docMk/>
            <pc:sldMk cId="1273325072" sldId="270"/>
            <ac:spMk id="2" creationId="{4B83C89F-5C88-0F44-ABF8-5D61C29D6DC0}"/>
          </ac:spMkLst>
        </pc:spChg>
        <pc:spChg chg="del">
          <ac:chgData name="Simon Browning" userId="58b3a03113484b7f" providerId="LiveId" clId="{87B057B4-F50B-4153-A179-210ED7152281}" dt="2024-09-24T19:00:33.926" v="3616" actId="931"/>
          <ac:spMkLst>
            <pc:docMk/>
            <pc:sldMk cId="1273325072" sldId="270"/>
            <ac:spMk id="3" creationId="{50620D7E-B8A5-67D6-6E52-732A39EE4DBB}"/>
          </ac:spMkLst>
        </pc:spChg>
        <pc:spChg chg="add mod">
          <ac:chgData name="Simon Browning" userId="58b3a03113484b7f" providerId="LiveId" clId="{87B057B4-F50B-4153-A179-210ED7152281}" dt="2024-09-26T22:19:58.061" v="4734" actId="14100"/>
          <ac:spMkLst>
            <pc:docMk/>
            <pc:sldMk cId="1273325072" sldId="270"/>
            <ac:spMk id="3" creationId="{7D35F758-6614-949D-AA12-4098CED6B36F}"/>
          </ac:spMkLst>
        </pc:spChg>
        <pc:spChg chg="add mod">
          <ac:chgData name="Simon Browning" userId="58b3a03113484b7f" providerId="LiveId" clId="{87B057B4-F50B-4153-A179-210ED7152281}" dt="2024-09-26T22:20:29.483" v="4737" actId="207"/>
          <ac:spMkLst>
            <pc:docMk/>
            <pc:sldMk cId="1273325072" sldId="270"/>
            <ac:spMk id="5" creationId="{0CABBB23-BCD6-F398-5F12-63735EDB81E2}"/>
          </ac:spMkLst>
        </pc:spChg>
        <pc:spChg chg="add del mod">
          <ac:chgData name="Simon Browning" userId="58b3a03113484b7f" providerId="LiveId" clId="{87B057B4-F50B-4153-A179-210ED7152281}" dt="2024-09-24T19:01:00.645" v="3620" actId="931"/>
          <ac:spMkLst>
            <pc:docMk/>
            <pc:sldMk cId="1273325072" sldId="270"/>
            <ac:spMk id="8" creationId="{0F4A98AD-E6C2-0E88-DC85-E7428A5F56FC}"/>
          </ac:spMkLst>
        </pc:spChg>
        <pc:picChg chg="add del mod">
          <ac:chgData name="Simon Browning" userId="58b3a03113484b7f" providerId="LiveId" clId="{87B057B4-F50B-4153-A179-210ED7152281}" dt="2024-09-24T19:00:38.419" v="3619" actId="478"/>
          <ac:picMkLst>
            <pc:docMk/>
            <pc:sldMk cId="1273325072" sldId="270"/>
            <ac:picMk id="6" creationId="{A283A1CD-CEF5-AE7E-0D18-0ADED2ECC690}"/>
          </ac:picMkLst>
        </pc:picChg>
        <pc:picChg chg="add mod">
          <ac:chgData name="Simon Browning" userId="58b3a03113484b7f" providerId="LiveId" clId="{87B057B4-F50B-4153-A179-210ED7152281}" dt="2024-09-24T19:03:50.703" v="3659" actId="1076"/>
          <ac:picMkLst>
            <pc:docMk/>
            <pc:sldMk cId="1273325072" sldId="270"/>
            <ac:picMk id="10" creationId="{A4C8FA9A-8FCC-EB8C-69AA-97F25F497576}"/>
          </ac:picMkLst>
        </pc:picChg>
      </pc:sldChg>
      <pc:sldMasterChg chg="modSldLayout">
        <pc:chgData name="Simon Browning" userId="58b3a03113484b7f" providerId="LiveId" clId="{87B057B4-F50B-4153-A179-210ED7152281}" dt="2024-09-17T20:32:23.198" v="2675" actId="255"/>
        <pc:sldMasterMkLst>
          <pc:docMk/>
          <pc:sldMasterMk cId="1860425638" sldId="2147483648"/>
        </pc:sldMasterMkLst>
        <pc:sldLayoutChg chg="modSp mod">
          <pc:chgData name="Simon Browning" userId="58b3a03113484b7f" providerId="LiveId" clId="{87B057B4-F50B-4153-A179-210ED7152281}" dt="2024-09-17T20:32:23.198" v="2675" actId="255"/>
          <pc:sldLayoutMkLst>
            <pc:docMk/>
            <pc:sldMasterMk cId="1860425638" sldId="2147483648"/>
            <pc:sldLayoutMk cId="1884232862" sldId="2147483650"/>
          </pc:sldLayoutMkLst>
          <pc:spChg chg="mod">
            <ac:chgData name="Simon Browning" userId="58b3a03113484b7f" providerId="LiveId" clId="{87B057B4-F50B-4153-A179-210ED7152281}" dt="2024-09-17T20:32:23.198" v="2675" actId="255"/>
            <ac:spMkLst>
              <pc:docMk/>
              <pc:sldMasterMk cId="1860425638" sldId="2147483648"/>
              <pc:sldLayoutMk cId="1884232862" sldId="2147483650"/>
              <ac:spMk id="6" creationId="{F75AF911-7785-E2E3-9740-58676E32C2C6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7FFFBB-A697-4887-9E40-154A54926F38}" type="doc">
      <dgm:prSet loTypeId="urn:microsoft.com/office/officeart/2008/layout/LinedList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36A205B-4C6C-4C8B-95CD-30C9AC7FF213}">
      <dgm:prSet/>
      <dgm:spPr/>
      <dgm:t>
        <a:bodyPr/>
        <a:lstStyle/>
        <a:p>
          <a:r>
            <a:rPr lang="en-US"/>
            <a:t>Reweighting function must be custom made for each data set.</a:t>
          </a:r>
        </a:p>
      </dgm:t>
    </dgm:pt>
    <dgm:pt modelId="{7C47B9F3-616A-40E4-B88E-316C15C5F08A}" type="parTrans" cxnId="{CA5F2368-7883-49DD-8D0C-82AADDB8874F}">
      <dgm:prSet/>
      <dgm:spPr/>
      <dgm:t>
        <a:bodyPr/>
        <a:lstStyle/>
        <a:p>
          <a:endParaRPr lang="en-US"/>
        </a:p>
      </dgm:t>
    </dgm:pt>
    <dgm:pt modelId="{E4A7A0C0-E723-40A7-9B28-7CC876C95C94}" type="sibTrans" cxnId="{CA5F2368-7883-49DD-8D0C-82AADDB8874F}">
      <dgm:prSet/>
      <dgm:spPr/>
      <dgm:t>
        <a:bodyPr/>
        <a:lstStyle/>
        <a:p>
          <a:endParaRPr lang="en-US"/>
        </a:p>
      </dgm:t>
    </dgm:pt>
    <dgm:pt modelId="{6CC6358D-1AE6-479B-8170-32756E2AC03F}">
      <dgm:prSet/>
      <dgm:spPr/>
      <dgm:t>
        <a:bodyPr/>
        <a:lstStyle/>
        <a:p>
          <a:r>
            <a:rPr lang="en-US"/>
            <a:t>Find a reliable data fitting routine for steeply falling spectra.</a:t>
          </a:r>
        </a:p>
      </dgm:t>
    </dgm:pt>
    <dgm:pt modelId="{D176950A-98C2-43AD-8FCA-A01150C3BE65}" type="parTrans" cxnId="{2D011A50-9763-4B9A-AC3E-19CBB51633AB}">
      <dgm:prSet/>
      <dgm:spPr/>
      <dgm:t>
        <a:bodyPr/>
        <a:lstStyle/>
        <a:p>
          <a:endParaRPr lang="en-US"/>
        </a:p>
      </dgm:t>
    </dgm:pt>
    <dgm:pt modelId="{FA4D70EA-7309-413D-8C2A-6EBC4D6358F6}" type="sibTrans" cxnId="{2D011A50-9763-4B9A-AC3E-19CBB51633AB}">
      <dgm:prSet/>
      <dgm:spPr/>
      <dgm:t>
        <a:bodyPr/>
        <a:lstStyle/>
        <a:p>
          <a:endParaRPr lang="en-US"/>
        </a:p>
      </dgm:t>
    </dgm:pt>
    <dgm:pt modelId="{EB9A9934-C2FC-4F2F-8C17-F4FB614C15BA}">
      <dgm:prSet/>
      <dgm:spPr/>
      <dgm:t>
        <a:bodyPr/>
        <a:lstStyle/>
        <a:p>
          <a:r>
            <a:rPr lang="en-US"/>
            <a:t>Allows us to solve for the best reweighting function.</a:t>
          </a:r>
        </a:p>
      </dgm:t>
    </dgm:pt>
    <dgm:pt modelId="{48B6C605-D8AB-48D6-82A7-4B751598D3AB}" type="parTrans" cxnId="{7948F038-B3C6-4548-9BA2-D03A390E5398}">
      <dgm:prSet/>
      <dgm:spPr/>
      <dgm:t>
        <a:bodyPr/>
        <a:lstStyle/>
        <a:p>
          <a:endParaRPr lang="en-US"/>
        </a:p>
      </dgm:t>
    </dgm:pt>
    <dgm:pt modelId="{7B06E8FB-FCB0-4A58-B541-A8C78DF70F8C}" type="sibTrans" cxnId="{7948F038-B3C6-4548-9BA2-D03A390E5398}">
      <dgm:prSet/>
      <dgm:spPr/>
      <dgm:t>
        <a:bodyPr/>
        <a:lstStyle/>
        <a:p>
          <a:endParaRPr lang="en-US"/>
        </a:p>
      </dgm:t>
    </dgm:pt>
    <dgm:pt modelId="{5501A90B-8453-4D9B-9892-A0C1AFD39E68}">
      <dgm:prSet/>
      <dgm:spPr/>
      <dgm:t>
        <a:bodyPr/>
        <a:lstStyle/>
        <a:p>
          <a:r>
            <a:rPr lang="en-US" dirty="0"/>
            <a:t>Investigation into uncertainty and error that this approach causes.</a:t>
          </a:r>
        </a:p>
      </dgm:t>
    </dgm:pt>
    <dgm:pt modelId="{06BCA404-7C83-4B61-9C1D-93E55D1C8053}" type="parTrans" cxnId="{99DF6D6C-825D-4BDD-A2FB-924D1F10CC94}">
      <dgm:prSet/>
      <dgm:spPr/>
      <dgm:t>
        <a:bodyPr/>
        <a:lstStyle/>
        <a:p>
          <a:endParaRPr lang="en-US"/>
        </a:p>
      </dgm:t>
    </dgm:pt>
    <dgm:pt modelId="{9AE78CCE-04F0-4C60-8085-99D46E9BF275}" type="sibTrans" cxnId="{99DF6D6C-825D-4BDD-A2FB-924D1F10CC94}">
      <dgm:prSet/>
      <dgm:spPr/>
      <dgm:t>
        <a:bodyPr/>
        <a:lstStyle/>
        <a:p>
          <a:endParaRPr lang="en-US"/>
        </a:p>
      </dgm:t>
    </dgm:pt>
    <dgm:pt modelId="{F48E84F2-9A7F-4E9B-881E-810100B4AA28}" type="pres">
      <dgm:prSet presAssocID="{8B7FFFBB-A697-4887-9E40-154A54926F38}" presName="vert0" presStyleCnt="0">
        <dgm:presLayoutVars>
          <dgm:dir/>
          <dgm:animOne val="branch"/>
          <dgm:animLvl val="lvl"/>
        </dgm:presLayoutVars>
      </dgm:prSet>
      <dgm:spPr/>
    </dgm:pt>
    <dgm:pt modelId="{F439A93F-9A72-418B-B464-33D5EEDB5F54}" type="pres">
      <dgm:prSet presAssocID="{C36A205B-4C6C-4C8B-95CD-30C9AC7FF213}" presName="thickLine" presStyleLbl="alignNode1" presStyleIdx="0" presStyleCnt="4"/>
      <dgm:spPr/>
    </dgm:pt>
    <dgm:pt modelId="{00506DCF-0DEC-4853-B655-B2E28C4C2C78}" type="pres">
      <dgm:prSet presAssocID="{C36A205B-4C6C-4C8B-95CD-30C9AC7FF213}" presName="horz1" presStyleCnt="0"/>
      <dgm:spPr/>
    </dgm:pt>
    <dgm:pt modelId="{B2FB1BA6-536C-4B9B-9E8E-C6CD8F0D6362}" type="pres">
      <dgm:prSet presAssocID="{C36A205B-4C6C-4C8B-95CD-30C9AC7FF213}" presName="tx1" presStyleLbl="revTx" presStyleIdx="0" presStyleCnt="4"/>
      <dgm:spPr/>
    </dgm:pt>
    <dgm:pt modelId="{336AD4F3-CB3F-4560-84A1-0F61E4038866}" type="pres">
      <dgm:prSet presAssocID="{C36A205B-4C6C-4C8B-95CD-30C9AC7FF213}" presName="vert1" presStyleCnt="0"/>
      <dgm:spPr/>
    </dgm:pt>
    <dgm:pt modelId="{5555E330-3D3B-4AE0-87B6-D09A2838E479}" type="pres">
      <dgm:prSet presAssocID="{6CC6358D-1AE6-479B-8170-32756E2AC03F}" presName="thickLine" presStyleLbl="alignNode1" presStyleIdx="1" presStyleCnt="4"/>
      <dgm:spPr/>
    </dgm:pt>
    <dgm:pt modelId="{2725860E-83A3-4069-AB3B-86C847DEEC1C}" type="pres">
      <dgm:prSet presAssocID="{6CC6358D-1AE6-479B-8170-32756E2AC03F}" presName="horz1" presStyleCnt="0"/>
      <dgm:spPr/>
    </dgm:pt>
    <dgm:pt modelId="{D3158C35-7134-44DC-B518-7C6DF9997EE4}" type="pres">
      <dgm:prSet presAssocID="{6CC6358D-1AE6-479B-8170-32756E2AC03F}" presName="tx1" presStyleLbl="revTx" presStyleIdx="1" presStyleCnt="4"/>
      <dgm:spPr/>
    </dgm:pt>
    <dgm:pt modelId="{F2E3751F-092B-42CA-B5E4-91DDB6D76FC3}" type="pres">
      <dgm:prSet presAssocID="{6CC6358D-1AE6-479B-8170-32756E2AC03F}" presName="vert1" presStyleCnt="0"/>
      <dgm:spPr/>
    </dgm:pt>
    <dgm:pt modelId="{A4DCB636-BCFB-44F9-AEB2-FB3044B5A96D}" type="pres">
      <dgm:prSet presAssocID="{EB9A9934-C2FC-4F2F-8C17-F4FB614C15BA}" presName="thickLine" presStyleLbl="alignNode1" presStyleIdx="2" presStyleCnt="4"/>
      <dgm:spPr/>
    </dgm:pt>
    <dgm:pt modelId="{CBD52957-BFDC-4BED-A557-BCB9214FEBC4}" type="pres">
      <dgm:prSet presAssocID="{EB9A9934-C2FC-4F2F-8C17-F4FB614C15BA}" presName="horz1" presStyleCnt="0"/>
      <dgm:spPr/>
    </dgm:pt>
    <dgm:pt modelId="{49BCC168-BFDA-48AC-812E-AEB88E80764E}" type="pres">
      <dgm:prSet presAssocID="{EB9A9934-C2FC-4F2F-8C17-F4FB614C15BA}" presName="tx1" presStyleLbl="revTx" presStyleIdx="2" presStyleCnt="4"/>
      <dgm:spPr/>
    </dgm:pt>
    <dgm:pt modelId="{C1D93AD7-F09C-4935-8B1D-B9F6AC6C0630}" type="pres">
      <dgm:prSet presAssocID="{EB9A9934-C2FC-4F2F-8C17-F4FB614C15BA}" presName="vert1" presStyleCnt="0"/>
      <dgm:spPr/>
    </dgm:pt>
    <dgm:pt modelId="{766E8CE8-34C0-4793-B38C-6EB3993144E3}" type="pres">
      <dgm:prSet presAssocID="{5501A90B-8453-4D9B-9892-A0C1AFD39E68}" presName="thickLine" presStyleLbl="alignNode1" presStyleIdx="3" presStyleCnt="4"/>
      <dgm:spPr/>
    </dgm:pt>
    <dgm:pt modelId="{C4BAC9AE-B725-4580-8E9C-92D333627376}" type="pres">
      <dgm:prSet presAssocID="{5501A90B-8453-4D9B-9892-A0C1AFD39E68}" presName="horz1" presStyleCnt="0"/>
      <dgm:spPr/>
    </dgm:pt>
    <dgm:pt modelId="{5BC2083C-1BFE-4107-BF8E-974B045FE33B}" type="pres">
      <dgm:prSet presAssocID="{5501A90B-8453-4D9B-9892-A0C1AFD39E68}" presName="tx1" presStyleLbl="revTx" presStyleIdx="3" presStyleCnt="4"/>
      <dgm:spPr/>
    </dgm:pt>
    <dgm:pt modelId="{514D434B-96C0-4491-B016-9B3B396C152D}" type="pres">
      <dgm:prSet presAssocID="{5501A90B-8453-4D9B-9892-A0C1AFD39E68}" presName="vert1" presStyleCnt="0"/>
      <dgm:spPr/>
    </dgm:pt>
  </dgm:ptLst>
  <dgm:cxnLst>
    <dgm:cxn modelId="{7948F038-B3C6-4548-9BA2-D03A390E5398}" srcId="{8B7FFFBB-A697-4887-9E40-154A54926F38}" destId="{EB9A9934-C2FC-4F2F-8C17-F4FB614C15BA}" srcOrd="2" destOrd="0" parTransId="{48B6C605-D8AB-48D6-82A7-4B751598D3AB}" sibTransId="{7B06E8FB-FCB0-4A58-B541-A8C78DF70F8C}"/>
    <dgm:cxn modelId="{0178BC64-F6C3-4143-A412-D31D5719D8A7}" type="presOf" srcId="{8B7FFFBB-A697-4887-9E40-154A54926F38}" destId="{F48E84F2-9A7F-4E9B-881E-810100B4AA28}" srcOrd="0" destOrd="0" presId="urn:microsoft.com/office/officeart/2008/layout/LinedList"/>
    <dgm:cxn modelId="{CA5F2368-7883-49DD-8D0C-82AADDB8874F}" srcId="{8B7FFFBB-A697-4887-9E40-154A54926F38}" destId="{C36A205B-4C6C-4C8B-95CD-30C9AC7FF213}" srcOrd="0" destOrd="0" parTransId="{7C47B9F3-616A-40E4-B88E-316C15C5F08A}" sibTransId="{E4A7A0C0-E723-40A7-9B28-7CC876C95C94}"/>
    <dgm:cxn modelId="{99DF6D6C-825D-4BDD-A2FB-924D1F10CC94}" srcId="{8B7FFFBB-A697-4887-9E40-154A54926F38}" destId="{5501A90B-8453-4D9B-9892-A0C1AFD39E68}" srcOrd="3" destOrd="0" parTransId="{06BCA404-7C83-4B61-9C1D-93E55D1C8053}" sibTransId="{9AE78CCE-04F0-4C60-8085-99D46E9BF275}"/>
    <dgm:cxn modelId="{2D011A50-9763-4B9A-AC3E-19CBB51633AB}" srcId="{8B7FFFBB-A697-4887-9E40-154A54926F38}" destId="{6CC6358D-1AE6-479B-8170-32756E2AC03F}" srcOrd="1" destOrd="0" parTransId="{D176950A-98C2-43AD-8FCA-A01150C3BE65}" sibTransId="{FA4D70EA-7309-413D-8C2A-6EBC4D6358F6}"/>
    <dgm:cxn modelId="{7C441F80-E3A3-4430-B9D7-FAFBCA550BFC}" type="presOf" srcId="{6CC6358D-1AE6-479B-8170-32756E2AC03F}" destId="{D3158C35-7134-44DC-B518-7C6DF9997EE4}" srcOrd="0" destOrd="0" presId="urn:microsoft.com/office/officeart/2008/layout/LinedList"/>
    <dgm:cxn modelId="{E47D329A-2DA7-42AC-85AD-BA8C1A32C8FF}" type="presOf" srcId="{C36A205B-4C6C-4C8B-95CD-30C9AC7FF213}" destId="{B2FB1BA6-536C-4B9B-9E8E-C6CD8F0D6362}" srcOrd="0" destOrd="0" presId="urn:microsoft.com/office/officeart/2008/layout/LinedList"/>
    <dgm:cxn modelId="{F978C8BB-2854-4E2E-A939-21797DC1AD11}" type="presOf" srcId="{EB9A9934-C2FC-4F2F-8C17-F4FB614C15BA}" destId="{49BCC168-BFDA-48AC-812E-AEB88E80764E}" srcOrd="0" destOrd="0" presId="urn:microsoft.com/office/officeart/2008/layout/LinedList"/>
    <dgm:cxn modelId="{8AE857C1-F4E3-4776-8AD4-976492FB5675}" type="presOf" srcId="{5501A90B-8453-4D9B-9892-A0C1AFD39E68}" destId="{5BC2083C-1BFE-4107-BF8E-974B045FE33B}" srcOrd="0" destOrd="0" presId="urn:microsoft.com/office/officeart/2008/layout/LinedList"/>
    <dgm:cxn modelId="{9AF7F989-18FD-423C-B0EF-5402B9760816}" type="presParOf" srcId="{F48E84F2-9A7F-4E9B-881E-810100B4AA28}" destId="{F439A93F-9A72-418B-B464-33D5EEDB5F54}" srcOrd="0" destOrd="0" presId="urn:microsoft.com/office/officeart/2008/layout/LinedList"/>
    <dgm:cxn modelId="{DC7F0B94-1754-4858-A54C-FC844F00117C}" type="presParOf" srcId="{F48E84F2-9A7F-4E9B-881E-810100B4AA28}" destId="{00506DCF-0DEC-4853-B655-B2E28C4C2C78}" srcOrd="1" destOrd="0" presId="urn:microsoft.com/office/officeart/2008/layout/LinedList"/>
    <dgm:cxn modelId="{19075BF6-B456-4D35-BFFA-3B5701293CF5}" type="presParOf" srcId="{00506DCF-0DEC-4853-B655-B2E28C4C2C78}" destId="{B2FB1BA6-536C-4B9B-9E8E-C6CD8F0D6362}" srcOrd="0" destOrd="0" presId="urn:microsoft.com/office/officeart/2008/layout/LinedList"/>
    <dgm:cxn modelId="{005E87F6-48A3-4C11-8474-817E8415ED8E}" type="presParOf" srcId="{00506DCF-0DEC-4853-B655-B2E28C4C2C78}" destId="{336AD4F3-CB3F-4560-84A1-0F61E4038866}" srcOrd="1" destOrd="0" presId="urn:microsoft.com/office/officeart/2008/layout/LinedList"/>
    <dgm:cxn modelId="{16BB5884-2119-4A72-B1A5-241C7E2DA3DB}" type="presParOf" srcId="{F48E84F2-9A7F-4E9B-881E-810100B4AA28}" destId="{5555E330-3D3B-4AE0-87B6-D09A2838E479}" srcOrd="2" destOrd="0" presId="urn:microsoft.com/office/officeart/2008/layout/LinedList"/>
    <dgm:cxn modelId="{E3A833C5-25E2-45CB-A98B-B80B7BCD5F69}" type="presParOf" srcId="{F48E84F2-9A7F-4E9B-881E-810100B4AA28}" destId="{2725860E-83A3-4069-AB3B-86C847DEEC1C}" srcOrd="3" destOrd="0" presId="urn:microsoft.com/office/officeart/2008/layout/LinedList"/>
    <dgm:cxn modelId="{72287E96-66F7-4711-BDCB-812C137085D6}" type="presParOf" srcId="{2725860E-83A3-4069-AB3B-86C847DEEC1C}" destId="{D3158C35-7134-44DC-B518-7C6DF9997EE4}" srcOrd="0" destOrd="0" presId="urn:microsoft.com/office/officeart/2008/layout/LinedList"/>
    <dgm:cxn modelId="{05D05EAA-5827-4F3C-8EB8-EB988ECE1C0C}" type="presParOf" srcId="{2725860E-83A3-4069-AB3B-86C847DEEC1C}" destId="{F2E3751F-092B-42CA-B5E4-91DDB6D76FC3}" srcOrd="1" destOrd="0" presId="urn:microsoft.com/office/officeart/2008/layout/LinedList"/>
    <dgm:cxn modelId="{F3A8C601-3203-412D-A9AB-8E7270653526}" type="presParOf" srcId="{F48E84F2-9A7F-4E9B-881E-810100B4AA28}" destId="{A4DCB636-BCFB-44F9-AEB2-FB3044B5A96D}" srcOrd="4" destOrd="0" presId="urn:microsoft.com/office/officeart/2008/layout/LinedList"/>
    <dgm:cxn modelId="{1F06A7FC-FF41-40CE-80E0-7A0648D53758}" type="presParOf" srcId="{F48E84F2-9A7F-4E9B-881E-810100B4AA28}" destId="{CBD52957-BFDC-4BED-A557-BCB9214FEBC4}" srcOrd="5" destOrd="0" presId="urn:microsoft.com/office/officeart/2008/layout/LinedList"/>
    <dgm:cxn modelId="{648BF3E7-DE6E-4BEF-8A90-1CA2391AC2F1}" type="presParOf" srcId="{CBD52957-BFDC-4BED-A557-BCB9214FEBC4}" destId="{49BCC168-BFDA-48AC-812E-AEB88E80764E}" srcOrd="0" destOrd="0" presId="urn:microsoft.com/office/officeart/2008/layout/LinedList"/>
    <dgm:cxn modelId="{A078809F-5235-4F73-B42E-A5ED74D1FA81}" type="presParOf" srcId="{CBD52957-BFDC-4BED-A557-BCB9214FEBC4}" destId="{C1D93AD7-F09C-4935-8B1D-B9F6AC6C0630}" srcOrd="1" destOrd="0" presId="urn:microsoft.com/office/officeart/2008/layout/LinedList"/>
    <dgm:cxn modelId="{2D85EB1A-7E09-4937-91FD-5E33C34F616F}" type="presParOf" srcId="{F48E84F2-9A7F-4E9B-881E-810100B4AA28}" destId="{766E8CE8-34C0-4793-B38C-6EB3993144E3}" srcOrd="6" destOrd="0" presId="urn:microsoft.com/office/officeart/2008/layout/LinedList"/>
    <dgm:cxn modelId="{160E1082-4E87-4D34-A6B4-24E5B059E0FC}" type="presParOf" srcId="{F48E84F2-9A7F-4E9B-881E-810100B4AA28}" destId="{C4BAC9AE-B725-4580-8E9C-92D333627376}" srcOrd="7" destOrd="0" presId="urn:microsoft.com/office/officeart/2008/layout/LinedList"/>
    <dgm:cxn modelId="{0F85E1AF-76FD-4BCC-AB47-6D1B5AD5F3C0}" type="presParOf" srcId="{C4BAC9AE-B725-4580-8E9C-92D333627376}" destId="{5BC2083C-1BFE-4107-BF8E-974B045FE33B}" srcOrd="0" destOrd="0" presId="urn:microsoft.com/office/officeart/2008/layout/LinedList"/>
    <dgm:cxn modelId="{BFDD8018-DFB1-4180-BFDD-9DC37F449B8A}" type="presParOf" srcId="{C4BAC9AE-B725-4580-8E9C-92D333627376}" destId="{514D434B-96C0-4491-B016-9B3B396C152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39A93F-9A72-418B-B464-33D5EEDB5F54}">
      <dsp:nvSpPr>
        <dsp:cNvPr id="0" name=""/>
        <dsp:cNvSpPr/>
      </dsp:nvSpPr>
      <dsp:spPr>
        <a:xfrm>
          <a:off x="0" y="0"/>
          <a:ext cx="671355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2FB1BA6-536C-4B9B-9E8E-C6CD8F0D6362}">
      <dsp:nvSpPr>
        <dsp:cNvPr id="0" name=""/>
        <dsp:cNvSpPr/>
      </dsp:nvSpPr>
      <dsp:spPr>
        <a:xfrm>
          <a:off x="0" y="0"/>
          <a:ext cx="6713552" cy="102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Reweighting function must be custom made for each data set.</a:t>
          </a:r>
        </a:p>
      </dsp:txBody>
      <dsp:txXfrm>
        <a:off x="0" y="0"/>
        <a:ext cx="6713552" cy="1029793"/>
      </dsp:txXfrm>
    </dsp:sp>
    <dsp:sp modelId="{5555E330-3D3B-4AE0-87B6-D09A2838E479}">
      <dsp:nvSpPr>
        <dsp:cNvPr id="0" name=""/>
        <dsp:cNvSpPr/>
      </dsp:nvSpPr>
      <dsp:spPr>
        <a:xfrm>
          <a:off x="0" y="1029792"/>
          <a:ext cx="6713552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3158C35-7134-44DC-B518-7C6DF9997EE4}">
      <dsp:nvSpPr>
        <dsp:cNvPr id="0" name=""/>
        <dsp:cNvSpPr/>
      </dsp:nvSpPr>
      <dsp:spPr>
        <a:xfrm>
          <a:off x="0" y="1029793"/>
          <a:ext cx="6713552" cy="102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Find a reliable data fitting routine for steeply falling spectra.</a:t>
          </a:r>
        </a:p>
      </dsp:txBody>
      <dsp:txXfrm>
        <a:off x="0" y="1029793"/>
        <a:ext cx="6713552" cy="1029793"/>
      </dsp:txXfrm>
    </dsp:sp>
    <dsp:sp modelId="{A4DCB636-BCFB-44F9-AEB2-FB3044B5A96D}">
      <dsp:nvSpPr>
        <dsp:cNvPr id="0" name=""/>
        <dsp:cNvSpPr/>
      </dsp:nvSpPr>
      <dsp:spPr>
        <a:xfrm>
          <a:off x="0" y="2059585"/>
          <a:ext cx="6713552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9BCC168-BFDA-48AC-812E-AEB88E80764E}">
      <dsp:nvSpPr>
        <dsp:cNvPr id="0" name=""/>
        <dsp:cNvSpPr/>
      </dsp:nvSpPr>
      <dsp:spPr>
        <a:xfrm>
          <a:off x="0" y="2059586"/>
          <a:ext cx="6713552" cy="102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Allows us to solve for the best reweighting function.</a:t>
          </a:r>
        </a:p>
      </dsp:txBody>
      <dsp:txXfrm>
        <a:off x="0" y="2059586"/>
        <a:ext cx="6713552" cy="1029793"/>
      </dsp:txXfrm>
    </dsp:sp>
    <dsp:sp modelId="{766E8CE8-34C0-4793-B38C-6EB3993144E3}">
      <dsp:nvSpPr>
        <dsp:cNvPr id="0" name=""/>
        <dsp:cNvSpPr/>
      </dsp:nvSpPr>
      <dsp:spPr>
        <a:xfrm>
          <a:off x="0" y="3089378"/>
          <a:ext cx="6713552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C2083C-1BFE-4107-BF8E-974B045FE33B}">
      <dsp:nvSpPr>
        <dsp:cNvPr id="0" name=""/>
        <dsp:cNvSpPr/>
      </dsp:nvSpPr>
      <dsp:spPr>
        <a:xfrm>
          <a:off x="0" y="3089379"/>
          <a:ext cx="6713552" cy="102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Investigation into uncertainty and error that this approach causes.</a:t>
          </a:r>
        </a:p>
      </dsp:txBody>
      <dsp:txXfrm>
        <a:off x="0" y="3089379"/>
        <a:ext cx="6713552" cy="10297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7AEE8F-26F5-4C1C-9E4C-445D8132261D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5EA62-F728-4520-ADE2-E5007617B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295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5EA62-F728-4520-ADE2-E5007617B12D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781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5EA62-F728-4520-ADE2-E5007617B1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43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9B3F-4B53-B5FA-5ED5-1B3A6999D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5EE987-6751-E139-7983-6C077D007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817E2-5DB0-934C-6FFF-E99F13D58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2C5B-05AD-4622-A1FE-37DD6500780E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9AB0C-E52A-C018-B755-3274BAA3D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94C3-48B5-3F7E-2118-AB6F5490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16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B0145-D655-F915-D922-B2A86944A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A73C7-7C7B-8135-7A68-7B7C26958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B9688-FBF0-8DE5-E06D-96438A0F1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73454-AEAC-4CED-9BB6-6C39DBA8744D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4A546-56ED-F5CA-F117-0FC732E2F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AF911-7785-E2E3-9740-58676E32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9552" y="6356350"/>
            <a:ext cx="2743200" cy="365125"/>
          </a:xfrm>
        </p:spPr>
        <p:txBody>
          <a:bodyPr/>
          <a:lstStyle>
            <a:lvl1pPr>
              <a:defRPr sz="1800"/>
            </a:lvl1pPr>
          </a:lstStyle>
          <a:p>
            <a:fld id="{5F980A39-8B60-4FF2-AF19-0E037C98C2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23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362ED-84B7-7739-B3EE-56E33EF3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A6B20-83A2-F0EF-9983-86EF3D553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C6499-9B61-3FDC-E390-729B3AC1C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5ACA-E06A-4362-BE83-E7A92373F2DF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AB190-9C77-3C4F-79A8-8585F7F5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1608D-3664-6DDF-0C1C-E039A57B2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0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76C69-C140-A885-D420-AD6D2DE3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60AD2-663C-CBD6-1031-CB4D1C3E1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FFAE0D-9D0D-F157-DA5B-C23AFC113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9DFBE-0AF7-795B-7403-C300A1CF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1CD74-AA59-4421-ACB0-D5B236AEC994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974C2-5D72-F939-461B-0F116C0D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0A41B-51FE-E3DE-5CF3-2D0E12E0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4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C404-169B-87CC-B4F9-1724B96BC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54958-C727-D3F8-2C25-327F6A88E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4D605-80F0-574D-DE51-611A73D29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4D5573-CAD7-32B0-552E-B82A4A0A2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4531E-666E-F22E-989D-0600B2A98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32526-CD53-FE82-F1F4-0E47247EF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D7D5A-1D6F-44C6-BA20-774C7D273611}" type="datetime1">
              <a:rPr lang="en-US" smtClean="0"/>
              <a:t>10/3/2024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7E00A5-C114-B32E-3511-BDFDDAF92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B0DB99-DB1D-7631-51EC-977E919C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5DF2-0372-1353-F7BF-B31B31CF7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B5282-236A-E2ED-D297-C4804F70F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0C970-E438-4F23-A97E-E38306C814C9}" type="datetime1">
              <a:rPr lang="en-US" smtClean="0"/>
              <a:t>10/3/2024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C7AB1-D641-A05D-8551-7CC02D21C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02F39-3D9C-8A58-31FC-05D5EFE3E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4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174CEA-5FBC-41E6-94EB-74B4D982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557AC-0830-4908-A920-3F64C97F3887}" type="datetime1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C1FC47-18D8-AE15-53B3-DFE21ACEB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96C01-0FEA-4FA8-4F5E-324D526E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34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4100F-E746-A179-6A71-96E475D1A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C5154-9158-3B98-FDBF-09EE92AAA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5DB08-7678-97B4-510D-742CAD1BB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CCC9E-0DA7-36C3-8D6F-D2660364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2AECE-E3F0-438F-AA5C-538D149337EA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BD717-8833-356E-B9D0-5217054EC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0BDFD-7D7E-F8BB-CC4C-7A8BE3BF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7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0871C-5CC0-D828-034F-8569A309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BEDC15-979B-A913-C2F7-DDE7FC242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F66445-B62F-15B1-3DDD-9248A07C8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2B7FA-4339-EDBB-C203-38D8D511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3764-8064-4710-939E-9BABA88DCBF3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BBD8D-C1AB-DEC0-2585-30CCF8688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41557-8000-30BD-679F-8B145BD16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57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AA2CD-DF01-A4A1-25DD-07BC51F62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2B36A-F436-1ADB-5418-F9E47303C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31DCC-55CC-9D72-405A-F794D3099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C05B-DB95-4C7C-8B84-4F803810B8F5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FC968-9812-AD77-764E-110D423DE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C469E-58FB-B145-A6FF-CD7F3C0D6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59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6D4580-1BD6-EF1F-376A-BF31B7273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47652-C4FB-CED8-46DB-7FD139F44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02D32-46AE-6F58-2447-E0B809685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BA45-8521-464D-984E-C68F6CDA1360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7893F-69DB-9BF6-783D-8E67C9DC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497B6-3502-B07C-0F86-929E7F7C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4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A0DB79-0518-BB35-E178-985C199F3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9436E-97AB-642C-32D4-3FE11080C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5D303-9B31-8200-B8E7-23A038ECA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021423-AD05-49D6-AEE8-9C935FD1C770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E3A29-6800-F20A-952F-12D5D9807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AE47F-E693-D800-544C-B2F75DD03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980A39-8B60-4FF2-AF19-0E037C98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2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1FD94-2FC3-FBD7-73DA-D4E0FA20B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6100"/>
              <a:t>Investigating the Use of Omnifold in Unfolding Jet Transverse Momenta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0183B8-734E-2BF4-DB29-45F25185B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4721514"/>
            <a:ext cx="8258176" cy="631825"/>
          </a:xfrm>
        </p:spPr>
        <p:txBody>
          <a:bodyPr anchor="ctr">
            <a:normAutofit fontScale="62500" lnSpcReduction="20000"/>
          </a:bodyPr>
          <a:lstStyle/>
          <a:p>
            <a:r>
              <a:rPr lang="en-US" sz="2800" dirty="0"/>
              <a:t>By Simon Browning of Abilene Christian University</a:t>
            </a:r>
          </a:p>
          <a:p>
            <a:r>
              <a:rPr lang="en-US" sz="2800" dirty="0"/>
              <a:t>for the STAR Collaboration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D30D8-0226-5C38-6523-621E359B9F9F}"/>
              </a:ext>
            </a:extLst>
          </p:cNvPr>
          <p:cNvSpPr txBox="1"/>
          <p:nvPr/>
        </p:nvSpPr>
        <p:spPr>
          <a:xfrm>
            <a:off x="4391891" y="5683064"/>
            <a:ext cx="3408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u="none" strike="noStrike" dirty="0">
                <a:effectLst/>
              </a:rPr>
              <a:t>This research was supported by US DOE MENP Grant DE-FG02-03ER41243.</a:t>
            </a:r>
            <a:br>
              <a:rPr lang="en-US" sz="1200" dirty="0"/>
            </a:br>
            <a:endParaRPr lang="en-US" sz="1200" dirty="0"/>
          </a:p>
        </p:txBody>
      </p:sp>
      <p:pic>
        <p:nvPicPr>
          <p:cNvPr id="5" name="Picture 4" descr="A blue star with a black background&#10;&#10;Description automatically generated">
            <a:extLst>
              <a:ext uri="{FF2B5EF4-FFF2-40B4-BE49-F238E27FC236}">
                <a16:creationId xmlns:a16="http://schemas.microsoft.com/office/drawing/2014/main" id="{45547024-BA6D-493B-C919-1D28BCD094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313" y="139277"/>
            <a:ext cx="2589373" cy="199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32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549C3-AF39-5C66-9A22-249F0A48D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Abstract - Summary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0E45F-0CDE-BEB5-F73F-04947D7C9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dirty="0"/>
              <a:t>Detector effects distort information, requiring data to be “unfolded”.</a:t>
            </a:r>
          </a:p>
          <a:p>
            <a:r>
              <a:rPr lang="en-US" sz="2200" dirty="0"/>
              <a:t>Correcting for effects becomes challenging with steeply-falling spectra.</a:t>
            </a:r>
          </a:p>
          <a:p>
            <a:r>
              <a:rPr lang="en-US" sz="2200" dirty="0"/>
              <a:t>Iterative Bayesian Unfolding (IBU) is well-established but requires data to be binned.</a:t>
            </a:r>
          </a:p>
          <a:p>
            <a:r>
              <a:rPr lang="en-US" sz="2200" dirty="0" err="1"/>
              <a:t>Omnifold</a:t>
            </a:r>
            <a:r>
              <a:rPr lang="en-US" sz="2200" dirty="0"/>
              <a:t> is a new method that uses machine learning to unfold data event-by-event.</a:t>
            </a:r>
          </a:p>
          <a:p>
            <a:r>
              <a:rPr lang="en-US" sz="2200" dirty="0"/>
              <a:t>Investigate </a:t>
            </a:r>
            <a:r>
              <a:rPr lang="en-US" sz="2200" dirty="0" err="1"/>
              <a:t>Omnifold’s</a:t>
            </a:r>
            <a:r>
              <a:rPr lang="en-US" sz="2200" dirty="0"/>
              <a:t> ability to recover true distributions.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C2DBD-51F4-67E9-A3EC-6F4A980D0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693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F2AEB5-AA62-6526-F77C-61F40F88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The STAR Experiment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08CAD-1F38-DF67-F086-5D2C49E25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 fontScale="92500"/>
          </a:bodyPr>
          <a:lstStyle/>
          <a:p>
            <a:endParaRPr lang="en-US" sz="2200" dirty="0"/>
          </a:p>
          <a:p>
            <a:r>
              <a:rPr lang="en-US" sz="2200" dirty="0"/>
              <a:t>Studies the strong interaction between subatomic particles.</a:t>
            </a:r>
          </a:p>
          <a:p>
            <a:r>
              <a:rPr lang="en-US" sz="2200" dirty="0"/>
              <a:t>Housed at BNL</a:t>
            </a:r>
          </a:p>
          <a:p>
            <a:r>
              <a:rPr lang="en-US" sz="2200" dirty="0"/>
              <a:t>Focuses on studying  proton spin and the quark-gluon plasma (QGP).</a:t>
            </a:r>
          </a:p>
          <a:p>
            <a:r>
              <a:rPr lang="en-US" sz="2200" dirty="0"/>
              <a:t>Jet analysis requires the unfolding of multiple observables simultaneously.</a:t>
            </a:r>
          </a:p>
          <a:p>
            <a:r>
              <a:rPr lang="en-US" sz="2200" dirty="0"/>
              <a:t>Difficult to do with traditional/fixed-bin unfolding techniques.</a:t>
            </a:r>
          </a:p>
        </p:txBody>
      </p:sp>
      <p:pic>
        <p:nvPicPr>
          <p:cNvPr id="1026" name="Picture 2" descr="A diagram of a machine&#10;&#10;Description automatically generated">
            <a:extLst>
              <a:ext uri="{FF2B5EF4-FFF2-40B4-BE49-F238E27FC236}">
                <a16:creationId xmlns:a16="http://schemas.microsoft.com/office/drawing/2014/main" id="{93CEC268-CC84-912F-D1A3-C78DE071B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661659"/>
            <a:ext cx="5458968" cy="3534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9CA08-0F56-E7DC-3CF5-0C8917FC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96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E8294-B85A-78B6-C58B-EE45B57ED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What is Omnifold?</a:t>
            </a:r>
          </a:p>
        </p:txBody>
      </p:sp>
      <p:sp>
        <p:nvSpPr>
          <p:cNvPr id="1046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B0125-99D2-DE99-E6D9-5B051D279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000" dirty="0"/>
              <a:t>A machine-learning based algorithm.</a:t>
            </a:r>
          </a:p>
          <a:p>
            <a:r>
              <a:rPr lang="en-US" sz="2000" dirty="0"/>
              <a:t>A non-fixed-bin unfolding method.</a:t>
            </a:r>
          </a:p>
          <a:p>
            <a:r>
              <a:rPr lang="en-US" sz="2000" dirty="0"/>
              <a:t>Deals with natural and Monte Carlo synthetic data sets.</a:t>
            </a:r>
          </a:p>
          <a:p>
            <a:r>
              <a:rPr lang="en-US" sz="2000" dirty="0"/>
              <a:t>Each data set contains detector-level and particle-level data.</a:t>
            </a:r>
          </a:p>
          <a:p>
            <a:r>
              <a:rPr lang="en-US" sz="2000" dirty="0" err="1"/>
              <a:t>Keras</a:t>
            </a:r>
            <a:r>
              <a:rPr lang="en-US" sz="2000" dirty="0"/>
              <a:t> neural network classifier.</a:t>
            </a:r>
          </a:p>
        </p:txBody>
      </p:sp>
      <p:pic>
        <p:nvPicPr>
          <p:cNvPr id="1026" name="Picture 2" descr="A diagram of a data flow&#10;&#10;Description automatically generated with medium confidence">
            <a:extLst>
              <a:ext uri="{FF2B5EF4-FFF2-40B4-BE49-F238E27FC236}">
                <a16:creationId xmlns:a16="http://schemas.microsoft.com/office/drawing/2014/main" id="{30D48935-2751-83D0-27F8-F5E251343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20254" y="727921"/>
            <a:ext cx="6049865" cy="4734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C487A0-303E-4FAE-A1DA-A89E73A09F5C}"/>
              </a:ext>
            </a:extLst>
          </p:cNvPr>
          <p:cNvSpPr txBox="1"/>
          <p:nvPr/>
        </p:nvSpPr>
        <p:spPr>
          <a:xfrm>
            <a:off x="5447181" y="5461939"/>
            <a:ext cx="5196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Andreassen</a:t>
            </a:r>
            <a:r>
              <a:rPr lang="en-US" sz="1400" dirty="0"/>
              <a:t>, Anders, et al., </a:t>
            </a:r>
            <a:r>
              <a:rPr lang="en-US" sz="1400" i="1" dirty="0" err="1"/>
              <a:t>Omnifold</a:t>
            </a:r>
            <a:r>
              <a:rPr lang="en-US" sz="1400" i="1" dirty="0"/>
              <a:t>: A Method to Simultaneously Unfold All Observables</a:t>
            </a:r>
            <a:r>
              <a:rPr lang="en-US" sz="1400" dirty="0"/>
              <a:t>, 2019.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A72A4C-A5FA-D546-B9B2-5FA16A0EE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24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E8294-B85A-78B6-C58B-EE45B57ED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4135028" cy="1719072"/>
          </a:xfrm>
        </p:spPr>
        <p:txBody>
          <a:bodyPr anchor="b">
            <a:normAutofit fontScale="90000"/>
          </a:bodyPr>
          <a:lstStyle/>
          <a:p>
            <a:r>
              <a:rPr lang="en-US" sz="5400" dirty="0"/>
              <a:t>Steeply Falling Spectra</a:t>
            </a:r>
          </a:p>
        </p:txBody>
      </p:sp>
      <p:sp>
        <p:nvSpPr>
          <p:cNvPr id="1046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BB0125-99D2-DE99-E6D9-5B051D2794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5" y="2807208"/>
                <a:ext cx="4486010" cy="3410712"/>
              </a:xfrm>
            </p:spPr>
            <p:txBody>
              <a:bodyPr anchor="t">
                <a:normAutofit fontScale="85000" lnSpcReduction="10000"/>
              </a:bodyPr>
              <a:lstStyle/>
              <a:p>
                <a:r>
                  <a:rPr lang="en-US" sz="2000" dirty="0"/>
                  <a:t>We seek to generate data that approximates steeply-falling jet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000" dirty="0"/>
                  <a:t> spectra.</a:t>
                </a:r>
              </a:p>
              <a:p>
                <a:r>
                  <a:rPr lang="en-US" sz="2000" dirty="0"/>
                  <a:t>Test data generated via fast Monte Carlo  based on STAR run 11 detector simulation.</a:t>
                </a:r>
              </a:p>
              <a:p>
                <a:r>
                  <a:rPr lang="en-US" sz="2000" dirty="0"/>
                  <a:t>Generating the low-statistics tails of steeply falling spectra is numerically expensive.</a:t>
                </a:r>
              </a:p>
              <a:p>
                <a:r>
                  <a:rPr lang="en-US" sz="2000" dirty="0"/>
                  <a:t>We generate less steeply-falling data and then reweight to better reproduce observed jet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000" dirty="0"/>
                  <a:t> spectra.</a:t>
                </a:r>
              </a:p>
              <a:p>
                <a:r>
                  <a:rPr lang="en-US" sz="2000" dirty="0"/>
                  <a:t>We apply </a:t>
                </a:r>
                <a:r>
                  <a:rPr lang="en-US" sz="2000" dirty="0" err="1"/>
                  <a:t>Omnifold</a:t>
                </a:r>
                <a:r>
                  <a:rPr lang="en-US" sz="2000" dirty="0"/>
                  <a:t> to each distribution to test sensitivity to steepness of the spectra.</a:t>
                </a:r>
              </a:p>
              <a:p>
                <a:r>
                  <a:rPr lang="en-US" sz="2000" dirty="0"/>
                  <a:t>Better performance on less steep spectra.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BB0125-99D2-DE99-E6D9-5B051D2794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5" y="2807208"/>
                <a:ext cx="4486010" cy="3410712"/>
              </a:xfrm>
              <a:blipFill>
                <a:blip r:embed="rId3"/>
                <a:stretch>
                  <a:fillRect l="-543" t="-1789" r="-1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A72A4C-A5FA-D546-B9B2-5FA16A0EE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4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CABF00A-576D-7EC0-B853-520618797318}"/>
              </a:ext>
            </a:extLst>
          </p:cNvPr>
          <p:cNvGrpSpPr/>
          <p:nvPr/>
        </p:nvGrpSpPr>
        <p:grpSpPr>
          <a:xfrm>
            <a:off x="5017466" y="1108722"/>
            <a:ext cx="6900512" cy="4600342"/>
            <a:chOff x="571500" y="1773238"/>
            <a:chExt cx="6152575" cy="4101716"/>
          </a:xfrm>
        </p:grpSpPr>
        <p:pic>
          <p:nvPicPr>
            <p:cNvPr id="7" name="Picture 12" descr="A graph of two people&#10;&#10;Description automatically generated">
              <a:extLst>
                <a:ext uri="{FF2B5EF4-FFF2-40B4-BE49-F238E27FC236}">
                  <a16:creationId xmlns:a16="http://schemas.microsoft.com/office/drawing/2014/main" id="{BC48D515-CC3A-45F3-F8FA-3E05F9B1C0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1" y="1773238"/>
              <a:ext cx="6152574" cy="2050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3" descr="A graph of a graph of a person&#10;&#10;Description automatically generated with medium confidence">
              <a:extLst>
                <a:ext uri="{FF2B5EF4-FFF2-40B4-BE49-F238E27FC236}">
                  <a16:creationId xmlns:a16="http://schemas.microsoft.com/office/drawing/2014/main" id="{8B5F3B51-8A53-C362-BC44-BE709FC8AC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" y="3824096"/>
              <a:ext cx="6152574" cy="2050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CDB778E-9B3B-F73C-E127-032E3984F5BE}"/>
              </a:ext>
            </a:extLst>
          </p:cNvPr>
          <p:cNvSpPr txBox="1"/>
          <p:nvPr/>
        </p:nvSpPr>
        <p:spPr>
          <a:xfrm>
            <a:off x="6742545" y="954833"/>
            <a:ext cx="35467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Counts vs. Transverse Jet Momentum [GeV]</a:t>
            </a:r>
          </a:p>
        </p:txBody>
      </p:sp>
    </p:spTree>
    <p:extLst>
      <p:ext uri="{BB962C8B-B14F-4D97-AF65-F5344CB8AC3E}">
        <p14:creationId xmlns:p14="http://schemas.microsoft.com/office/powerpoint/2010/main" val="2313087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9B438C-CB52-0867-351D-B686BF747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Steeply Falling Spectra</a:t>
            </a:r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501D-57C9-FDCA-F2A3-E31F1D5AF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200" dirty="0"/>
              <a:t>We add all events in 25 GeV bins and compare the true spectra to the unfolding.</a:t>
            </a:r>
          </a:p>
          <a:p>
            <a:r>
              <a:rPr lang="en-US" sz="2200" dirty="0"/>
              <a:t>Averages and standard deviations calculated from 5 tests.</a:t>
            </a:r>
          </a:p>
          <a:p>
            <a:r>
              <a:rPr lang="en-US" sz="2200" dirty="0"/>
              <a:t>Consistently fits low momenta well.</a:t>
            </a:r>
          </a:p>
          <a:p>
            <a:pPr lvl="1"/>
            <a:r>
              <a:rPr lang="en-US" sz="1800" dirty="0"/>
              <a:t>High statistics/weight.</a:t>
            </a:r>
          </a:p>
          <a:p>
            <a:r>
              <a:rPr lang="en-US" sz="2200" dirty="0"/>
              <a:t>Struggles fitting the high momenta tail.</a:t>
            </a:r>
          </a:p>
          <a:p>
            <a:pPr lvl="1"/>
            <a:r>
              <a:rPr lang="en-US" sz="1800" dirty="0"/>
              <a:t>Low statistics/weight.</a:t>
            </a:r>
          </a:p>
          <a:p>
            <a:r>
              <a:rPr lang="en-US" sz="2200" dirty="0"/>
              <a:t>Better performance with less steep spectra.</a:t>
            </a:r>
          </a:p>
        </p:txBody>
      </p:sp>
      <p:pic>
        <p:nvPicPr>
          <p:cNvPr id="3074" name="Picture 2" descr="A comparison of a graph&#10;&#10;Description automatically generated">
            <a:extLst>
              <a:ext uri="{FF2B5EF4-FFF2-40B4-BE49-F238E27FC236}">
                <a16:creationId xmlns:a16="http://schemas.microsoft.com/office/drawing/2014/main" id="{B728C226-B72D-9E73-902F-6657EEF955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2" r="48775"/>
          <a:stretch/>
        </p:blipFill>
        <p:spPr bwMode="auto">
          <a:xfrm>
            <a:off x="6099048" y="1401084"/>
            <a:ext cx="5458968" cy="405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4AAA3-5428-8E2E-E83F-08FB5D8F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62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0859A-EA32-FCFB-F930-B5124F495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Custom Weights</a:t>
            </a:r>
          </a:p>
        </p:txBody>
      </p:sp>
      <p:sp>
        <p:nvSpPr>
          <p:cNvPr id="4107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F4224-8574-FB31-030D-97374B6F7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 err="1"/>
              <a:t>Omnifold</a:t>
            </a:r>
            <a:r>
              <a:rPr lang="en-US" sz="2200" dirty="0"/>
              <a:t> treats low momenta with more importance.</a:t>
            </a:r>
          </a:p>
          <a:p>
            <a:r>
              <a:rPr lang="en-US" sz="2200" dirty="0"/>
              <a:t>How can we make </a:t>
            </a:r>
            <a:r>
              <a:rPr lang="en-US" sz="2200" dirty="0" err="1"/>
              <a:t>Omnifold</a:t>
            </a:r>
            <a:r>
              <a:rPr lang="en-US" sz="2200" dirty="0"/>
              <a:t> treat the tail with more importance?</a:t>
            </a:r>
          </a:p>
          <a:p>
            <a:r>
              <a:rPr lang="en-US" sz="2200" dirty="0"/>
              <a:t>Give </a:t>
            </a:r>
            <a:r>
              <a:rPr lang="en-US" sz="2200" dirty="0" err="1"/>
              <a:t>Omnifold</a:t>
            </a:r>
            <a:r>
              <a:rPr lang="en-US" sz="2200" dirty="0"/>
              <a:t> event weights modified by a custom weighting function.</a:t>
            </a:r>
          </a:p>
          <a:p>
            <a:r>
              <a:rPr lang="en-US" sz="2200" dirty="0"/>
              <a:t>Rescales weights to minimize the discrepancy between high and </a:t>
            </a:r>
            <a:r>
              <a:rPr lang="en-US" sz="2200"/>
              <a:t>low momenta.</a:t>
            </a:r>
            <a:endParaRPr lang="en-US" sz="2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1EAF57-56E4-C111-D84A-E60681071EC7}"/>
              </a:ext>
            </a:extLst>
          </p:cNvPr>
          <p:cNvGrpSpPr/>
          <p:nvPr/>
        </p:nvGrpSpPr>
        <p:grpSpPr>
          <a:xfrm>
            <a:off x="5612782" y="1340620"/>
            <a:ext cx="6249970" cy="3617472"/>
            <a:chOff x="2101273" y="1118515"/>
            <a:chExt cx="7587673" cy="5058448"/>
          </a:xfrm>
        </p:grpSpPr>
        <p:pic>
          <p:nvPicPr>
            <p:cNvPr id="4098" name="Picture 2" descr="A graph of two people&#10;&#10;Description automatically generated">
              <a:extLst>
                <a:ext uri="{FF2B5EF4-FFF2-40B4-BE49-F238E27FC236}">
                  <a16:creationId xmlns:a16="http://schemas.microsoft.com/office/drawing/2014/main" id="{D78302EA-424A-E15A-3133-89BB71D08B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1273" y="1118515"/>
              <a:ext cx="7587673" cy="2529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0" name="Picture 4" descr="A graph of a graph of a graph&#10;&#10;Description automatically generated with medium confidence">
              <a:extLst>
                <a:ext uri="{FF2B5EF4-FFF2-40B4-BE49-F238E27FC236}">
                  <a16:creationId xmlns:a16="http://schemas.microsoft.com/office/drawing/2014/main" id="{5FB13496-9890-E946-73B1-1997A9FABD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1273" y="3647739"/>
              <a:ext cx="7587673" cy="2529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6A14D1-2D88-7E70-5282-73E17026BCAD}"/>
                  </a:ext>
                </a:extLst>
              </p:cNvPr>
              <p:cNvSpPr txBox="1"/>
              <p:nvPr/>
            </p:nvSpPr>
            <p:spPr>
              <a:xfrm>
                <a:off x="6270059" y="4958092"/>
                <a:ext cx="5116946" cy="469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𝑊𝑒𝑖𝑔h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𝑊𝑒𝑖𝑔h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0.68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6A14D1-2D88-7E70-5282-73E17026B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0059" y="4958092"/>
                <a:ext cx="5116946" cy="469359"/>
              </a:xfrm>
              <a:prstGeom prst="rect">
                <a:avLst/>
              </a:prstGeom>
              <a:blipFill>
                <a:blip r:embed="rId4"/>
                <a:stretch>
                  <a:fillRect b="-16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D12C0-A14F-1605-B57D-CDFF2BD8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16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5" name="Rectangle 513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38B57A-3003-BB91-4B4C-41E9C8F28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Results</a:t>
            </a:r>
          </a:p>
        </p:txBody>
      </p:sp>
      <p:sp>
        <p:nvSpPr>
          <p:cNvPr id="513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D80BC-C3F6-4EA1-FC6A-5CFC0FCFD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 err="1"/>
              <a:t>Omnifold</a:t>
            </a:r>
            <a:r>
              <a:rPr lang="en-US" sz="2200" dirty="0"/>
              <a:t> consistently fitted custom-weighted spectra more effectively.</a:t>
            </a:r>
          </a:p>
          <a:p>
            <a:r>
              <a:rPr lang="en-US" sz="2200" dirty="0"/>
              <a:t>Lower average percent error and standard deviation than unaltered steeply falling spectra.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915A6EA-F89D-7365-20A6-686EC51DAACE}"/>
              </a:ext>
            </a:extLst>
          </p:cNvPr>
          <p:cNvGrpSpPr/>
          <p:nvPr/>
        </p:nvGrpSpPr>
        <p:grpSpPr>
          <a:xfrm>
            <a:off x="5478086" y="1218233"/>
            <a:ext cx="6222261" cy="4158271"/>
            <a:chOff x="6502399" y="-430456"/>
            <a:chExt cx="6502402" cy="4995334"/>
          </a:xfrm>
        </p:grpSpPr>
        <p:pic>
          <p:nvPicPr>
            <p:cNvPr id="5127" name="Picture 7" descr="A graph and a graph&#10;&#10;Description automatically generated with medium confidence">
              <a:extLst>
                <a:ext uri="{FF2B5EF4-FFF2-40B4-BE49-F238E27FC236}">
                  <a16:creationId xmlns:a16="http://schemas.microsoft.com/office/drawing/2014/main" id="{0BF9C1A2-F18E-F146-445A-60AB2AE5DD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9" r="48671"/>
            <a:stretch/>
          </p:blipFill>
          <p:spPr bwMode="auto">
            <a:xfrm>
              <a:off x="6502399" y="-430455"/>
              <a:ext cx="3251201" cy="2497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8" name="Picture 8" descr="A graph and a chart&#10;&#10;Description automatically generated with medium confidence">
              <a:extLst>
                <a:ext uri="{FF2B5EF4-FFF2-40B4-BE49-F238E27FC236}">
                  <a16:creationId xmlns:a16="http://schemas.microsoft.com/office/drawing/2014/main" id="{4A5D5214-274F-8919-E2FF-0BB9CA8DEF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9" r="48671"/>
            <a:stretch/>
          </p:blipFill>
          <p:spPr bwMode="auto">
            <a:xfrm>
              <a:off x="9753600" y="-430456"/>
              <a:ext cx="3251201" cy="2497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9" name="Picture 9" descr="A graph and a diagram&#10;&#10;Description automatically generated with medium confidence">
              <a:extLst>
                <a:ext uri="{FF2B5EF4-FFF2-40B4-BE49-F238E27FC236}">
                  <a16:creationId xmlns:a16="http://schemas.microsoft.com/office/drawing/2014/main" id="{182D15E9-5DD4-5D50-083B-2F344BA06F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9" r="48671"/>
            <a:stretch/>
          </p:blipFill>
          <p:spPr bwMode="auto">
            <a:xfrm>
              <a:off x="6502399" y="2067211"/>
              <a:ext cx="3251201" cy="2497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30" name="Picture 10" descr="A close-up of a graph&#10;&#10;Description automatically generated">
              <a:extLst>
                <a:ext uri="{FF2B5EF4-FFF2-40B4-BE49-F238E27FC236}">
                  <a16:creationId xmlns:a16="http://schemas.microsoft.com/office/drawing/2014/main" id="{362095CB-8E61-422E-09AD-450C17512C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9" r="48671"/>
            <a:stretch/>
          </p:blipFill>
          <p:spPr bwMode="auto">
            <a:xfrm>
              <a:off x="9753600" y="2067210"/>
              <a:ext cx="3251201" cy="2497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74CFC-BF8A-DF0B-40CF-5DF224ACC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A33307-6B2F-BCB0-45D4-554E9B696C56}"/>
              </a:ext>
            </a:extLst>
          </p:cNvPr>
          <p:cNvSpPr txBox="1"/>
          <p:nvPr/>
        </p:nvSpPr>
        <p:spPr>
          <a:xfrm>
            <a:off x="6272181" y="927819"/>
            <a:ext cx="4634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Averages and standard deviations calculated from 5 tests.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A66254-38F6-20E4-CB1B-607C10A37B52}"/>
              </a:ext>
            </a:extLst>
          </p:cNvPr>
          <p:cNvSpPr/>
          <p:nvPr/>
        </p:nvSpPr>
        <p:spPr>
          <a:xfrm>
            <a:off x="6007100" y="1349375"/>
            <a:ext cx="2117725" cy="10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980EFF-3785-1FE9-9781-998BEE4A7A1B}"/>
              </a:ext>
            </a:extLst>
          </p:cNvPr>
          <p:cNvSpPr/>
          <p:nvPr/>
        </p:nvSpPr>
        <p:spPr>
          <a:xfrm>
            <a:off x="9083675" y="1349376"/>
            <a:ext cx="2200759" cy="106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7C9DD5-7163-7D8D-25DA-B9C715676F85}"/>
                  </a:ext>
                </a:extLst>
              </p:cNvPr>
              <p:cNvSpPr txBox="1"/>
              <p:nvPr/>
            </p:nvSpPr>
            <p:spPr>
              <a:xfrm>
                <a:off x="5506347" y="1257631"/>
                <a:ext cx="311113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Percent Differences for jet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000" dirty="0"/>
                  <a:t> between 0 and 25 GeV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7C9DD5-7163-7D8D-25DA-B9C715676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347" y="1257631"/>
                <a:ext cx="3111132" cy="246221"/>
              </a:xfrm>
              <a:prstGeom prst="rect">
                <a:avLst/>
              </a:prstGeom>
              <a:blipFill>
                <a:blip r:embed="rId6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55AC6B-77B2-0A0B-C6D8-A033A0AB5C75}"/>
                  </a:ext>
                </a:extLst>
              </p:cNvPr>
              <p:cNvSpPr txBox="1"/>
              <p:nvPr/>
            </p:nvSpPr>
            <p:spPr>
              <a:xfrm>
                <a:off x="8628488" y="1257632"/>
                <a:ext cx="311113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Percent Differences for jet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000" dirty="0"/>
                  <a:t> between 25 and 50 GeV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55AC6B-77B2-0A0B-C6D8-A033A0AB5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488" y="1257632"/>
                <a:ext cx="3111132" cy="246221"/>
              </a:xfrm>
              <a:prstGeom prst="rect">
                <a:avLst/>
              </a:prstGeom>
              <a:blipFill>
                <a:blip r:embed="rId7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74DC256C-6168-4E14-F04B-13794A7005AA}"/>
              </a:ext>
            </a:extLst>
          </p:cNvPr>
          <p:cNvSpPr/>
          <p:nvPr/>
        </p:nvSpPr>
        <p:spPr>
          <a:xfrm>
            <a:off x="5981427" y="3438525"/>
            <a:ext cx="2171660" cy="95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471881-F3D8-DC28-53EA-371E8A86B1E9}"/>
                  </a:ext>
                </a:extLst>
              </p:cNvPr>
              <p:cNvSpPr txBox="1"/>
              <p:nvPr/>
            </p:nvSpPr>
            <p:spPr>
              <a:xfrm>
                <a:off x="5492216" y="3334009"/>
                <a:ext cx="311113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Percent Differences for jet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000" dirty="0"/>
                  <a:t> between 50 and 75 GeV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471881-F3D8-DC28-53EA-371E8A86B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216" y="3334009"/>
                <a:ext cx="3111132" cy="246221"/>
              </a:xfrm>
              <a:prstGeom prst="rect">
                <a:avLst/>
              </a:prstGeom>
              <a:blipFill>
                <a:blip r:embed="rId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3D881BB4-54C4-88F6-0C1C-90D4E4394A30}"/>
              </a:ext>
            </a:extLst>
          </p:cNvPr>
          <p:cNvSpPr/>
          <p:nvPr/>
        </p:nvSpPr>
        <p:spPr>
          <a:xfrm>
            <a:off x="9063504" y="3429000"/>
            <a:ext cx="2264896" cy="1054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AC4432-E779-5D4D-DD08-F3C95022FFE8}"/>
                  </a:ext>
                </a:extLst>
              </p:cNvPr>
              <p:cNvSpPr txBox="1"/>
              <p:nvPr/>
            </p:nvSpPr>
            <p:spPr>
              <a:xfrm>
                <a:off x="8617478" y="3334009"/>
                <a:ext cx="316599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Percent Differences for jet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000" dirty="0"/>
                  <a:t> between 75 and 100 GeV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AC4432-E779-5D4D-DD08-F3C95022F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7478" y="3334009"/>
                <a:ext cx="3165996" cy="246221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2892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87031-4515-BD4A-2913-57D3263E6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Future Work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2D380-445B-398E-C1D7-4C1549D0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F980A39-8B60-4FF2-AF19-0E037C98C267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0868A39-3A1F-7C99-8E8A-E734F62C94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323443"/>
              </p:ext>
            </p:extLst>
          </p:nvPr>
        </p:nvGraphicFramePr>
        <p:xfrm>
          <a:off x="572493" y="2071316"/>
          <a:ext cx="6713552" cy="4119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4664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69E4F-068E-F751-CF2D-5B8D2192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Acknowledgements</a:t>
            </a:r>
          </a:p>
        </p:txBody>
      </p:sp>
      <p:pic>
        <p:nvPicPr>
          <p:cNvPr id="11" name="Picture 10" descr="A blue star with a black background&#10;&#10;Description automatically generated">
            <a:extLst>
              <a:ext uri="{FF2B5EF4-FFF2-40B4-BE49-F238E27FC236}">
                <a16:creationId xmlns:a16="http://schemas.microsoft.com/office/drawing/2014/main" id="{2781A719-CECA-8B84-8AE6-0316832A7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405666"/>
            <a:ext cx="4014216" cy="3096204"/>
          </a:xfrm>
          <a:prstGeom prst="rect">
            <a:avLst/>
          </a:prstGeom>
        </p:spPr>
      </p:pic>
      <p:sp>
        <p:nvSpPr>
          <p:cNvPr id="18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0453C4-AB70-AE5B-23A2-FE773598C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4432657"/>
            <a:ext cx="3995928" cy="15326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6BD7F-FB93-53F1-38FB-5291640A7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3483864"/>
          </a:xfrm>
        </p:spPr>
        <p:txBody>
          <a:bodyPr>
            <a:normAutofit/>
          </a:bodyPr>
          <a:lstStyle/>
          <a:p>
            <a:pPr mar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0" i="0" u="none" strike="noStrike" dirty="0">
                <a:effectLst/>
              </a:rPr>
              <a:t>Special thanks to:</a:t>
            </a:r>
            <a:endParaRPr lang="en-US" sz="1500" b="0" dirty="0">
              <a:effectLst/>
            </a:endParaRPr>
          </a:p>
          <a:p>
            <a:pPr marL="0" indent="0" rtl="0" fontAlgn="base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0" i="0" u="none" strike="noStrike" dirty="0">
                <a:effectLst/>
              </a:rPr>
              <a:t>- Dr. Joseph Atchison</a:t>
            </a:r>
          </a:p>
          <a:p>
            <a:pPr marL="0" indent="0" rtl="0" fontAlgn="base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0" i="0" u="none" strike="noStrike" dirty="0">
                <a:effectLst/>
              </a:rPr>
              <a:t>- Dr. Jim Drachenberg</a:t>
            </a:r>
          </a:p>
          <a:p>
            <a:pPr marL="0" indent="0" rtl="0" fontAlgn="base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0" i="0" u="none" strike="noStrike" dirty="0">
                <a:effectLst/>
              </a:rPr>
              <a:t>- The Department of Energy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sz="1500" b="0" i="0" u="none" strike="noStrike" dirty="0">
                <a:effectLst/>
              </a:rPr>
              <a:t>The ACU Nuclear Physics Research Group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sz="1500" dirty="0"/>
              <a:t>The STAR Collaboration</a:t>
            </a:r>
            <a:br>
              <a:rPr lang="en-US" sz="1500" b="0" dirty="0">
                <a:effectLst/>
              </a:rPr>
            </a:br>
            <a:br>
              <a:rPr lang="en-US" sz="1500" b="0" dirty="0">
                <a:effectLst/>
              </a:rPr>
            </a:br>
            <a:br>
              <a:rPr lang="en-US" sz="1500" b="0" dirty="0">
                <a:effectLst/>
              </a:rPr>
            </a:br>
            <a:br>
              <a:rPr lang="en-US" sz="1500" b="0" dirty="0">
                <a:effectLst/>
              </a:rPr>
            </a:br>
            <a:endParaRPr lang="en-US" sz="1500" b="0" dirty="0">
              <a:effectLst/>
            </a:endParaRPr>
          </a:p>
          <a:p>
            <a:pPr marL="0" indent="0" rtl="0" fontAlgn="base">
              <a:spcBef>
                <a:spcPts val="0"/>
              </a:spcBef>
              <a:spcAft>
                <a:spcPts val="600"/>
              </a:spcAft>
              <a:buNone/>
            </a:pPr>
            <a:br>
              <a:rPr lang="en-US" sz="1500" b="0" dirty="0">
                <a:effectLst/>
              </a:rPr>
            </a:br>
            <a:r>
              <a:rPr lang="en-US" sz="1500" b="0" i="0" u="none" strike="noStrike" dirty="0">
                <a:effectLst/>
              </a:rPr>
              <a:t>This research was supported by US DOE MENP Grant DE-FG02-03ER41243.</a:t>
            </a:r>
            <a:br>
              <a:rPr lang="en-US" sz="1500" dirty="0"/>
            </a:br>
            <a:endParaRPr lang="en-US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2663E-B0D8-42F5-334D-57E02ED6B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92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C89F-5C88-0F44-ABF8-5D61C29D6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Steeply Falling Spectra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1805E-DB20-0745-E1F0-92A03499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0A39-8B60-4FF2-AF19-0E037C98C267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" name="Content Placeholder 9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A4C8FA9A-8FCC-EB8C-69AA-97F25F497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822" y="1605997"/>
            <a:ext cx="8906356" cy="4347149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35F758-6614-949D-AA12-4098CED6B36F}"/>
              </a:ext>
            </a:extLst>
          </p:cNvPr>
          <p:cNvSpPr/>
          <p:nvPr/>
        </p:nvSpPr>
        <p:spPr>
          <a:xfrm>
            <a:off x="1736436" y="3131128"/>
            <a:ext cx="3565237" cy="221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ABBB23-BCD6-F398-5F12-63735EDB81E2}"/>
              </a:ext>
            </a:extLst>
          </p:cNvPr>
          <p:cNvSpPr/>
          <p:nvPr/>
        </p:nvSpPr>
        <p:spPr>
          <a:xfrm>
            <a:off x="8985250" y="2931560"/>
            <a:ext cx="609600" cy="199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325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578</Words>
  <Application>Microsoft Office PowerPoint</Application>
  <PresentationFormat>Widescreen</PresentationFormat>
  <Paragraphs>80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Cambria Math</vt:lpstr>
      <vt:lpstr>Office Theme</vt:lpstr>
      <vt:lpstr>Investigating the Use of Omnifold in Unfolding Jet Transverse Momenta</vt:lpstr>
      <vt:lpstr>Abstract - Summary</vt:lpstr>
      <vt:lpstr>The STAR Experiment</vt:lpstr>
      <vt:lpstr>What is Omnifold?</vt:lpstr>
      <vt:lpstr>Steeply Falling Spectra</vt:lpstr>
      <vt:lpstr>Steeply Falling Spectra</vt:lpstr>
      <vt:lpstr>Custom Weights</vt:lpstr>
      <vt:lpstr>Results</vt:lpstr>
      <vt:lpstr>Future Work</vt:lpstr>
      <vt:lpstr>Acknowledgements</vt:lpstr>
      <vt:lpstr>Steeply Falling Spectra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Browning</dc:creator>
  <cp:lastModifiedBy>Simon Browning</cp:lastModifiedBy>
  <cp:revision>1</cp:revision>
  <dcterms:created xsi:type="dcterms:W3CDTF">2024-09-15T23:08:06Z</dcterms:created>
  <dcterms:modified xsi:type="dcterms:W3CDTF">2024-10-03T22:36:30Z</dcterms:modified>
</cp:coreProperties>
</file>