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32918400" cx="43891200"/>
  <p:notesSz cx="9144000" cy="6858000"/>
  <p:embeddedFontLst>
    <p:embeddedFont>
      <p:font typeface="Helvetica Neue"/>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A4A3A4"/>
          </p15:clr>
        </p15:guide>
        <p15:guide id="2" pos="13824">
          <p15:clr>
            <a:srgbClr val="A4A3A4"/>
          </p15:clr>
        </p15:guide>
      </p15:sldGuideLst>
    </p:ext>
    <p:ext uri="GoogleSlidesCustomDataVersion2">
      <go:slidesCustomData xmlns:go="http://customooxmlschemas.google.com/" r:id="rId11" roundtripDataSignature="AMtx7mjKTi0Hp9OHGB/ZDhBbUmAU6MR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13824"/>
      </p:guideLst>
    </p:cSldViewPr>
  </p:slideViewPr>
</p:viewPr>
</file>

<file path=ppt/_rels/presentation.xml.rels><?xml version="1.0" encoding="UTF-8" standalone="yes"?><Relationships xmlns="http://schemas.openxmlformats.org/package/2006/relationships"><Relationship Id="rId11" Type="http://customschemas.google.com/relationships/presentationmetadata" Target="metadata"/><Relationship Id="rId10" Type="http://schemas.openxmlformats.org/officeDocument/2006/relationships/font" Target="fonts/HelveticaNeue-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HelveticaNeue-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HelveticaNeue-regular.fntdata"/><Relationship Id="rId8" Type="http://schemas.openxmlformats.org/officeDocument/2006/relationships/font" Target="fonts/HelveticaNeue-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
          <p:cNvSpPr txBox="1"/>
          <p:nvPr>
            <p:ph idx="10" type="dt"/>
          </p:nvPr>
        </p:nvSpPr>
        <p:spPr>
          <a:xfrm>
            <a:off x="3292475" y="29992638"/>
            <a:ext cx="9144000" cy="2193925"/>
          </a:xfrm>
          <a:prstGeom prst="rect">
            <a:avLst/>
          </a:prstGeom>
          <a:noFill/>
          <a:ln>
            <a:noFill/>
          </a:ln>
        </p:spPr>
        <p:txBody>
          <a:bodyPr anchorCtr="0" anchor="t" bIns="219450" lIns="438900" spcFirstLastPara="1" rIns="438900" wrap="square" tIns="219450">
            <a:noAutofit/>
          </a:bodyPr>
          <a:lstStyle>
            <a:lvl1pPr lvl="0" algn="l">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3"/>
          <p:cNvSpPr txBox="1"/>
          <p:nvPr>
            <p:ph idx="11" type="ftr"/>
          </p:nvPr>
        </p:nvSpPr>
        <p:spPr>
          <a:xfrm>
            <a:off x="14995525" y="29992638"/>
            <a:ext cx="13900150" cy="2193925"/>
          </a:xfrm>
          <a:prstGeom prst="rect">
            <a:avLst/>
          </a:prstGeom>
          <a:noFill/>
          <a:ln>
            <a:noFill/>
          </a:ln>
        </p:spPr>
        <p:txBody>
          <a:bodyPr anchorCtr="0" anchor="t" bIns="219450" lIns="438900" spcFirstLastPara="1" rIns="438900" wrap="square" tIns="219450">
            <a:noAutofit/>
          </a:bodyPr>
          <a:lstStyle>
            <a:lvl1pPr lvl="0" algn="ct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3"/>
          <p:cNvSpPr txBox="1"/>
          <p:nvPr>
            <p:ph idx="12" type="sldNum"/>
          </p:nvPr>
        </p:nvSpPr>
        <p:spPr>
          <a:xfrm>
            <a:off x="31454725" y="29992638"/>
            <a:ext cx="9144000" cy="2193925"/>
          </a:xfrm>
          <a:prstGeom prst="rect">
            <a:avLst/>
          </a:prstGeom>
          <a:noFill/>
          <a:ln>
            <a:noFill/>
          </a:ln>
        </p:spPr>
        <p:txBody>
          <a:bodyPr anchorCtr="0" anchor="t" bIns="219450" lIns="438900" spcFirstLastPara="1" rIns="438900" wrap="square" tIns="219450">
            <a:noAutofit/>
          </a:bodyPr>
          <a:lstStyle>
            <a:lvl1pPr indent="0" lvl="0"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1pPr>
            <a:lvl2pPr indent="0" lvl="1"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2pPr>
            <a:lvl3pPr indent="0" lvl="2"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3pPr>
            <a:lvl4pPr indent="0" lvl="3"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4pPr>
            <a:lvl5pPr indent="0" lvl="4"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5pPr>
            <a:lvl6pPr indent="0" lvl="5"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6pPr>
            <a:lvl7pPr indent="0" lvl="6"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7pPr>
            <a:lvl8pPr indent="0" lvl="7"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8pPr>
            <a:lvl9pPr indent="0" lvl="8"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
          <p:cNvSpPr txBox="1"/>
          <p:nvPr>
            <p:ph type="ctrTitle"/>
          </p:nvPr>
        </p:nvSpPr>
        <p:spPr>
          <a:xfrm>
            <a:off x="3292475" y="10226675"/>
            <a:ext cx="37306249" cy="7054850"/>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 name="Google Shape;17;p4"/>
          <p:cNvSpPr txBox="1"/>
          <p:nvPr>
            <p:ph idx="1" type="subTitle"/>
          </p:nvPr>
        </p:nvSpPr>
        <p:spPr>
          <a:xfrm>
            <a:off x="6583363" y="18653125"/>
            <a:ext cx="30724474" cy="8413750"/>
          </a:xfrm>
          <a:prstGeom prst="rect">
            <a:avLst/>
          </a:prstGeom>
          <a:noFill/>
          <a:ln>
            <a:noFill/>
          </a:ln>
        </p:spPr>
        <p:txBody>
          <a:bodyPr anchorCtr="0" anchor="t" bIns="219450" lIns="438900" spcFirstLastPara="1" rIns="438900" wrap="square" tIns="219450">
            <a:noAutofit/>
          </a:bodyPr>
          <a:lstStyle>
            <a:lvl1pPr lvl="0" algn="ctr">
              <a:lnSpc>
                <a:spcPct val="100000"/>
              </a:lnSpc>
              <a:spcBef>
                <a:spcPts val="3080"/>
              </a:spcBef>
              <a:spcAft>
                <a:spcPts val="0"/>
              </a:spcAft>
              <a:buClr>
                <a:schemeClr val="dk1"/>
              </a:buClr>
              <a:buSzPts val="15400"/>
              <a:buFont typeface="Times"/>
              <a:buNone/>
              <a:defRPr/>
            </a:lvl1pPr>
            <a:lvl2pPr lvl="1" algn="ctr">
              <a:lnSpc>
                <a:spcPct val="100000"/>
              </a:lnSpc>
              <a:spcBef>
                <a:spcPts val="2680"/>
              </a:spcBef>
              <a:spcAft>
                <a:spcPts val="0"/>
              </a:spcAft>
              <a:buClr>
                <a:schemeClr val="dk1"/>
              </a:buClr>
              <a:buSzPts val="13400"/>
              <a:buFont typeface="Times"/>
              <a:buNone/>
              <a:defRPr/>
            </a:lvl2pPr>
            <a:lvl3pPr lvl="2" algn="ctr">
              <a:lnSpc>
                <a:spcPct val="100000"/>
              </a:lnSpc>
              <a:spcBef>
                <a:spcPts val="2300"/>
              </a:spcBef>
              <a:spcAft>
                <a:spcPts val="0"/>
              </a:spcAft>
              <a:buClr>
                <a:schemeClr val="dk1"/>
              </a:buClr>
              <a:buSzPts val="11500"/>
              <a:buFont typeface="Times"/>
              <a:buNone/>
              <a:defRPr/>
            </a:lvl3pPr>
            <a:lvl4pPr lvl="3" algn="ctr">
              <a:lnSpc>
                <a:spcPct val="100000"/>
              </a:lnSpc>
              <a:spcBef>
                <a:spcPts val="1920"/>
              </a:spcBef>
              <a:spcAft>
                <a:spcPts val="0"/>
              </a:spcAft>
              <a:buClr>
                <a:schemeClr val="dk1"/>
              </a:buClr>
              <a:buSzPts val="9600"/>
              <a:buFont typeface="Times"/>
              <a:buNone/>
              <a:defRPr/>
            </a:lvl4pPr>
            <a:lvl5pPr lvl="4" algn="ctr">
              <a:lnSpc>
                <a:spcPct val="100000"/>
              </a:lnSpc>
              <a:spcBef>
                <a:spcPts val="1920"/>
              </a:spcBef>
              <a:spcAft>
                <a:spcPts val="0"/>
              </a:spcAft>
              <a:buClr>
                <a:schemeClr val="dk1"/>
              </a:buClr>
              <a:buSzPts val="9600"/>
              <a:buFont typeface="Times"/>
              <a:buNone/>
              <a:defRPr/>
            </a:lvl5pPr>
            <a:lvl6pPr lvl="5" algn="ctr">
              <a:lnSpc>
                <a:spcPct val="100000"/>
              </a:lnSpc>
              <a:spcBef>
                <a:spcPts val="1920"/>
              </a:spcBef>
              <a:spcAft>
                <a:spcPts val="0"/>
              </a:spcAft>
              <a:buClr>
                <a:schemeClr val="dk1"/>
              </a:buClr>
              <a:buSzPts val="9600"/>
              <a:buFont typeface="Times"/>
              <a:buNone/>
              <a:defRPr/>
            </a:lvl6pPr>
            <a:lvl7pPr lvl="6" algn="ctr">
              <a:lnSpc>
                <a:spcPct val="100000"/>
              </a:lnSpc>
              <a:spcBef>
                <a:spcPts val="1920"/>
              </a:spcBef>
              <a:spcAft>
                <a:spcPts val="0"/>
              </a:spcAft>
              <a:buClr>
                <a:schemeClr val="dk1"/>
              </a:buClr>
              <a:buSzPts val="9600"/>
              <a:buFont typeface="Times"/>
              <a:buNone/>
              <a:defRPr/>
            </a:lvl7pPr>
            <a:lvl8pPr lvl="7" algn="ctr">
              <a:lnSpc>
                <a:spcPct val="100000"/>
              </a:lnSpc>
              <a:spcBef>
                <a:spcPts val="1920"/>
              </a:spcBef>
              <a:spcAft>
                <a:spcPts val="0"/>
              </a:spcAft>
              <a:buClr>
                <a:schemeClr val="dk1"/>
              </a:buClr>
              <a:buSzPts val="9600"/>
              <a:buFont typeface="Times"/>
              <a:buNone/>
              <a:defRPr/>
            </a:lvl8pPr>
            <a:lvl9pPr lvl="8" algn="ctr">
              <a:lnSpc>
                <a:spcPct val="100000"/>
              </a:lnSpc>
              <a:spcBef>
                <a:spcPts val="1920"/>
              </a:spcBef>
              <a:spcAft>
                <a:spcPts val="0"/>
              </a:spcAft>
              <a:buClr>
                <a:schemeClr val="dk1"/>
              </a:buClr>
              <a:buSzPts val="9600"/>
              <a:buFont typeface="Times"/>
              <a:buNone/>
              <a:defRPr/>
            </a:lvl9pPr>
          </a:lstStyle>
          <a:p/>
        </p:txBody>
      </p:sp>
      <p:sp>
        <p:nvSpPr>
          <p:cNvPr id="18" name="Google Shape;18;p4"/>
          <p:cNvSpPr txBox="1"/>
          <p:nvPr>
            <p:ph idx="10" type="dt"/>
          </p:nvPr>
        </p:nvSpPr>
        <p:spPr>
          <a:xfrm>
            <a:off x="3292475" y="29992638"/>
            <a:ext cx="9144000" cy="2193925"/>
          </a:xfrm>
          <a:prstGeom prst="rect">
            <a:avLst/>
          </a:prstGeom>
          <a:noFill/>
          <a:ln>
            <a:noFill/>
          </a:ln>
        </p:spPr>
        <p:txBody>
          <a:bodyPr anchorCtr="0" anchor="t" bIns="219450" lIns="438900" spcFirstLastPara="1" rIns="438900" wrap="square" tIns="219450">
            <a:noAutofit/>
          </a:bodyPr>
          <a:lstStyle>
            <a:lvl1pPr lvl="0" algn="l">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
          <p:cNvSpPr txBox="1"/>
          <p:nvPr>
            <p:ph idx="11" type="ftr"/>
          </p:nvPr>
        </p:nvSpPr>
        <p:spPr>
          <a:xfrm>
            <a:off x="14995525" y="29992638"/>
            <a:ext cx="13900150" cy="2193925"/>
          </a:xfrm>
          <a:prstGeom prst="rect">
            <a:avLst/>
          </a:prstGeom>
          <a:noFill/>
          <a:ln>
            <a:noFill/>
          </a:ln>
        </p:spPr>
        <p:txBody>
          <a:bodyPr anchorCtr="0" anchor="t" bIns="219450" lIns="438900" spcFirstLastPara="1" rIns="438900" wrap="square" tIns="219450">
            <a:noAutofit/>
          </a:bodyPr>
          <a:lstStyle>
            <a:lvl1pPr lvl="0" algn="ct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
          <p:cNvSpPr txBox="1"/>
          <p:nvPr>
            <p:ph idx="12" type="sldNum"/>
          </p:nvPr>
        </p:nvSpPr>
        <p:spPr>
          <a:xfrm>
            <a:off x="31454725" y="29992638"/>
            <a:ext cx="9144000" cy="2193925"/>
          </a:xfrm>
          <a:prstGeom prst="rect">
            <a:avLst/>
          </a:prstGeom>
          <a:noFill/>
          <a:ln>
            <a:noFill/>
          </a:ln>
        </p:spPr>
        <p:txBody>
          <a:bodyPr anchorCtr="0" anchor="t" bIns="219450" lIns="438900" spcFirstLastPara="1" rIns="438900" wrap="square" tIns="219450">
            <a:noAutofit/>
          </a:bodyPr>
          <a:lstStyle>
            <a:lvl1pPr indent="0" lvl="0"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1pPr>
            <a:lvl2pPr indent="0" lvl="1"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2pPr>
            <a:lvl3pPr indent="0" lvl="2"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3pPr>
            <a:lvl4pPr indent="0" lvl="3"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4pPr>
            <a:lvl5pPr indent="0" lvl="4"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5pPr>
            <a:lvl6pPr indent="0" lvl="5"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6pPr>
            <a:lvl7pPr indent="0" lvl="6"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7pPr>
            <a:lvl8pPr indent="0" lvl="7"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8pPr>
            <a:lvl9pPr indent="0" lvl="8"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
          <p:cNvSpPr txBox="1"/>
          <p:nvPr>
            <p:ph type="title"/>
          </p:nvPr>
        </p:nvSpPr>
        <p:spPr>
          <a:xfrm>
            <a:off x="3292475" y="2925763"/>
            <a:ext cx="37306249" cy="5486400"/>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 name="Google Shape;23;p5"/>
          <p:cNvSpPr txBox="1"/>
          <p:nvPr>
            <p:ph idx="1" type="body"/>
          </p:nvPr>
        </p:nvSpPr>
        <p:spPr>
          <a:xfrm>
            <a:off x="3292475" y="9509125"/>
            <a:ext cx="37306249" cy="19751676"/>
          </a:xfrm>
          <a:prstGeom prst="rect">
            <a:avLst/>
          </a:prstGeom>
          <a:noFill/>
          <a:ln>
            <a:noFill/>
          </a:ln>
        </p:spPr>
        <p:txBody>
          <a:bodyPr anchorCtr="0" anchor="t" bIns="219450" lIns="438900" spcFirstLastPara="1" rIns="438900" wrap="square" tIns="21945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5"/>
          <p:cNvSpPr txBox="1"/>
          <p:nvPr>
            <p:ph idx="10" type="dt"/>
          </p:nvPr>
        </p:nvSpPr>
        <p:spPr>
          <a:xfrm>
            <a:off x="3292475" y="29992638"/>
            <a:ext cx="9144000" cy="2193925"/>
          </a:xfrm>
          <a:prstGeom prst="rect">
            <a:avLst/>
          </a:prstGeom>
          <a:noFill/>
          <a:ln>
            <a:noFill/>
          </a:ln>
        </p:spPr>
        <p:txBody>
          <a:bodyPr anchorCtr="0" anchor="t" bIns="219450" lIns="438900" spcFirstLastPara="1" rIns="438900" wrap="square" tIns="219450">
            <a:noAutofit/>
          </a:bodyPr>
          <a:lstStyle>
            <a:lvl1pPr lvl="0" algn="l">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
          <p:cNvSpPr txBox="1"/>
          <p:nvPr>
            <p:ph idx="11" type="ftr"/>
          </p:nvPr>
        </p:nvSpPr>
        <p:spPr>
          <a:xfrm>
            <a:off x="14995525" y="29992638"/>
            <a:ext cx="13900150" cy="2193925"/>
          </a:xfrm>
          <a:prstGeom prst="rect">
            <a:avLst/>
          </a:prstGeom>
          <a:noFill/>
          <a:ln>
            <a:noFill/>
          </a:ln>
        </p:spPr>
        <p:txBody>
          <a:bodyPr anchorCtr="0" anchor="t" bIns="219450" lIns="438900" spcFirstLastPara="1" rIns="438900" wrap="square" tIns="219450">
            <a:noAutofit/>
          </a:bodyPr>
          <a:lstStyle>
            <a:lvl1pPr lvl="0" algn="ct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
          <p:cNvSpPr txBox="1"/>
          <p:nvPr>
            <p:ph idx="12" type="sldNum"/>
          </p:nvPr>
        </p:nvSpPr>
        <p:spPr>
          <a:xfrm>
            <a:off x="31454725" y="29992638"/>
            <a:ext cx="9144000" cy="2193925"/>
          </a:xfrm>
          <a:prstGeom prst="rect">
            <a:avLst/>
          </a:prstGeom>
          <a:noFill/>
          <a:ln>
            <a:noFill/>
          </a:ln>
        </p:spPr>
        <p:txBody>
          <a:bodyPr anchorCtr="0" anchor="t" bIns="219450" lIns="438900" spcFirstLastPara="1" rIns="438900" wrap="square" tIns="219450">
            <a:noAutofit/>
          </a:bodyPr>
          <a:lstStyle>
            <a:lvl1pPr indent="0" lvl="0"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1pPr>
            <a:lvl2pPr indent="0" lvl="1"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2pPr>
            <a:lvl3pPr indent="0" lvl="2"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3pPr>
            <a:lvl4pPr indent="0" lvl="3"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4pPr>
            <a:lvl5pPr indent="0" lvl="4"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5pPr>
            <a:lvl6pPr indent="0" lvl="5"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6pPr>
            <a:lvl7pPr indent="0" lvl="6"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7pPr>
            <a:lvl8pPr indent="0" lvl="7"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8pPr>
            <a:lvl9pPr indent="0" lvl="8"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6"/>
          <p:cNvSpPr txBox="1"/>
          <p:nvPr>
            <p:ph type="title"/>
          </p:nvPr>
        </p:nvSpPr>
        <p:spPr>
          <a:xfrm>
            <a:off x="3467100" y="21153438"/>
            <a:ext cx="37307839" cy="6537325"/>
          </a:xfrm>
          <a:prstGeom prst="rect">
            <a:avLst/>
          </a:prstGeom>
          <a:noFill/>
          <a:ln>
            <a:noFill/>
          </a:ln>
        </p:spPr>
        <p:txBody>
          <a:bodyPr anchorCtr="0" anchor="t" bIns="219450" lIns="438900" spcFirstLastPara="1" rIns="438900" wrap="square" tIns="21945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 name="Google Shape;29;p6"/>
          <p:cNvSpPr txBox="1"/>
          <p:nvPr>
            <p:ph idx="1" type="body"/>
          </p:nvPr>
        </p:nvSpPr>
        <p:spPr>
          <a:xfrm>
            <a:off x="3467100" y="13952538"/>
            <a:ext cx="37307839" cy="7200900"/>
          </a:xfrm>
          <a:prstGeom prst="rect">
            <a:avLst/>
          </a:prstGeom>
          <a:noFill/>
          <a:ln>
            <a:noFill/>
          </a:ln>
        </p:spPr>
        <p:txBody>
          <a:bodyPr anchorCtr="0" anchor="b" bIns="219450" lIns="438900" spcFirstLastPara="1" rIns="438900" wrap="square" tIns="219450">
            <a:noAutofit/>
          </a:bodyPr>
          <a:lstStyle>
            <a:lvl1pPr indent="-228600" lvl="0" marL="457200" algn="l">
              <a:lnSpc>
                <a:spcPct val="100000"/>
              </a:lnSpc>
              <a:spcBef>
                <a:spcPts val="400"/>
              </a:spcBef>
              <a:spcAft>
                <a:spcPts val="0"/>
              </a:spcAft>
              <a:buClr>
                <a:schemeClr val="dk1"/>
              </a:buClr>
              <a:buSzPts val="2000"/>
              <a:buFont typeface="Times"/>
              <a:buNone/>
              <a:defRPr sz="2000"/>
            </a:lvl1pPr>
            <a:lvl2pPr indent="-228600" lvl="1" marL="914400" algn="l">
              <a:lnSpc>
                <a:spcPct val="100000"/>
              </a:lnSpc>
              <a:spcBef>
                <a:spcPts val="360"/>
              </a:spcBef>
              <a:spcAft>
                <a:spcPts val="0"/>
              </a:spcAft>
              <a:buClr>
                <a:schemeClr val="dk1"/>
              </a:buClr>
              <a:buSzPts val="1800"/>
              <a:buFont typeface="Times"/>
              <a:buNone/>
              <a:defRPr sz="1800"/>
            </a:lvl2pPr>
            <a:lvl3pPr indent="-228600" lvl="2" marL="1371600" algn="l">
              <a:lnSpc>
                <a:spcPct val="100000"/>
              </a:lnSpc>
              <a:spcBef>
                <a:spcPts val="320"/>
              </a:spcBef>
              <a:spcAft>
                <a:spcPts val="0"/>
              </a:spcAft>
              <a:buClr>
                <a:schemeClr val="dk1"/>
              </a:buClr>
              <a:buSzPts val="1600"/>
              <a:buFont typeface="Times"/>
              <a:buNone/>
              <a:defRPr sz="1600"/>
            </a:lvl3pPr>
            <a:lvl4pPr indent="-228600" lvl="3" marL="1828800" algn="l">
              <a:lnSpc>
                <a:spcPct val="100000"/>
              </a:lnSpc>
              <a:spcBef>
                <a:spcPts val="280"/>
              </a:spcBef>
              <a:spcAft>
                <a:spcPts val="0"/>
              </a:spcAft>
              <a:buClr>
                <a:schemeClr val="dk1"/>
              </a:buClr>
              <a:buSzPts val="1400"/>
              <a:buFont typeface="Times"/>
              <a:buNone/>
              <a:defRPr sz="1400"/>
            </a:lvl4pPr>
            <a:lvl5pPr indent="-228600" lvl="4" marL="2286000" algn="l">
              <a:lnSpc>
                <a:spcPct val="100000"/>
              </a:lnSpc>
              <a:spcBef>
                <a:spcPts val="280"/>
              </a:spcBef>
              <a:spcAft>
                <a:spcPts val="0"/>
              </a:spcAft>
              <a:buClr>
                <a:schemeClr val="dk1"/>
              </a:buClr>
              <a:buSzPts val="1400"/>
              <a:buFont typeface="Times"/>
              <a:buNone/>
              <a:defRPr sz="1400"/>
            </a:lvl5pPr>
            <a:lvl6pPr indent="-228600" lvl="5" marL="2743200" algn="l">
              <a:lnSpc>
                <a:spcPct val="100000"/>
              </a:lnSpc>
              <a:spcBef>
                <a:spcPts val="280"/>
              </a:spcBef>
              <a:spcAft>
                <a:spcPts val="0"/>
              </a:spcAft>
              <a:buClr>
                <a:schemeClr val="dk1"/>
              </a:buClr>
              <a:buSzPts val="1400"/>
              <a:buFont typeface="Times"/>
              <a:buNone/>
              <a:defRPr sz="1400"/>
            </a:lvl6pPr>
            <a:lvl7pPr indent="-228600" lvl="6" marL="3200400" algn="l">
              <a:lnSpc>
                <a:spcPct val="100000"/>
              </a:lnSpc>
              <a:spcBef>
                <a:spcPts val="280"/>
              </a:spcBef>
              <a:spcAft>
                <a:spcPts val="0"/>
              </a:spcAft>
              <a:buClr>
                <a:schemeClr val="dk1"/>
              </a:buClr>
              <a:buSzPts val="1400"/>
              <a:buFont typeface="Times"/>
              <a:buNone/>
              <a:defRPr sz="1400"/>
            </a:lvl7pPr>
            <a:lvl8pPr indent="-228600" lvl="7" marL="3657600" algn="l">
              <a:lnSpc>
                <a:spcPct val="100000"/>
              </a:lnSpc>
              <a:spcBef>
                <a:spcPts val="280"/>
              </a:spcBef>
              <a:spcAft>
                <a:spcPts val="0"/>
              </a:spcAft>
              <a:buClr>
                <a:schemeClr val="dk1"/>
              </a:buClr>
              <a:buSzPts val="1400"/>
              <a:buFont typeface="Times"/>
              <a:buNone/>
              <a:defRPr sz="1400"/>
            </a:lvl8pPr>
            <a:lvl9pPr indent="-228600" lvl="8" marL="4114800" algn="l">
              <a:lnSpc>
                <a:spcPct val="100000"/>
              </a:lnSpc>
              <a:spcBef>
                <a:spcPts val="280"/>
              </a:spcBef>
              <a:spcAft>
                <a:spcPts val="0"/>
              </a:spcAft>
              <a:buClr>
                <a:schemeClr val="dk1"/>
              </a:buClr>
              <a:buSzPts val="1400"/>
              <a:buFont typeface="Times"/>
              <a:buNone/>
              <a:defRPr sz="1400"/>
            </a:lvl9pPr>
          </a:lstStyle>
          <a:p/>
        </p:txBody>
      </p:sp>
      <p:sp>
        <p:nvSpPr>
          <p:cNvPr id="30" name="Google Shape;30;p6"/>
          <p:cNvSpPr txBox="1"/>
          <p:nvPr>
            <p:ph idx="10" type="dt"/>
          </p:nvPr>
        </p:nvSpPr>
        <p:spPr>
          <a:xfrm>
            <a:off x="3292475" y="29992638"/>
            <a:ext cx="9144000" cy="2193925"/>
          </a:xfrm>
          <a:prstGeom prst="rect">
            <a:avLst/>
          </a:prstGeom>
          <a:noFill/>
          <a:ln>
            <a:noFill/>
          </a:ln>
        </p:spPr>
        <p:txBody>
          <a:bodyPr anchorCtr="0" anchor="t" bIns="219450" lIns="438900" spcFirstLastPara="1" rIns="438900" wrap="square" tIns="219450">
            <a:noAutofit/>
          </a:bodyPr>
          <a:lstStyle>
            <a:lvl1pPr lvl="0" algn="l">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6"/>
          <p:cNvSpPr txBox="1"/>
          <p:nvPr>
            <p:ph idx="11" type="ftr"/>
          </p:nvPr>
        </p:nvSpPr>
        <p:spPr>
          <a:xfrm>
            <a:off x="14995525" y="29992638"/>
            <a:ext cx="13900150" cy="2193925"/>
          </a:xfrm>
          <a:prstGeom prst="rect">
            <a:avLst/>
          </a:prstGeom>
          <a:noFill/>
          <a:ln>
            <a:noFill/>
          </a:ln>
        </p:spPr>
        <p:txBody>
          <a:bodyPr anchorCtr="0" anchor="t" bIns="219450" lIns="438900" spcFirstLastPara="1" rIns="438900" wrap="square" tIns="219450">
            <a:noAutofit/>
          </a:bodyPr>
          <a:lstStyle>
            <a:lvl1pPr lvl="0" algn="ct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6"/>
          <p:cNvSpPr txBox="1"/>
          <p:nvPr>
            <p:ph idx="12" type="sldNum"/>
          </p:nvPr>
        </p:nvSpPr>
        <p:spPr>
          <a:xfrm>
            <a:off x="31454725" y="29992638"/>
            <a:ext cx="9144000" cy="2193925"/>
          </a:xfrm>
          <a:prstGeom prst="rect">
            <a:avLst/>
          </a:prstGeom>
          <a:noFill/>
          <a:ln>
            <a:noFill/>
          </a:ln>
        </p:spPr>
        <p:txBody>
          <a:bodyPr anchorCtr="0" anchor="t" bIns="219450" lIns="438900" spcFirstLastPara="1" rIns="438900" wrap="square" tIns="219450">
            <a:noAutofit/>
          </a:bodyPr>
          <a:lstStyle>
            <a:lvl1pPr indent="0" lvl="0"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1pPr>
            <a:lvl2pPr indent="0" lvl="1"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2pPr>
            <a:lvl3pPr indent="0" lvl="2"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3pPr>
            <a:lvl4pPr indent="0" lvl="3"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4pPr>
            <a:lvl5pPr indent="0" lvl="4"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5pPr>
            <a:lvl6pPr indent="0" lvl="5"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6pPr>
            <a:lvl7pPr indent="0" lvl="6"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7pPr>
            <a:lvl8pPr indent="0" lvl="7"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8pPr>
            <a:lvl9pPr indent="0" lvl="8"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7"/>
          <p:cNvSpPr txBox="1"/>
          <p:nvPr>
            <p:ph type="title"/>
          </p:nvPr>
        </p:nvSpPr>
        <p:spPr>
          <a:xfrm>
            <a:off x="3292475" y="2925763"/>
            <a:ext cx="37306249" cy="5486400"/>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 name="Google Shape;35;p7"/>
          <p:cNvSpPr txBox="1"/>
          <p:nvPr>
            <p:ph idx="1" type="body"/>
          </p:nvPr>
        </p:nvSpPr>
        <p:spPr>
          <a:xfrm>
            <a:off x="3292475" y="9509125"/>
            <a:ext cx="18576925" cy="19751676"/>
          </a:xfrm>
          <a:prstGeom prst="rect">
            <a:avLst/>
          </a:prstGeom>
          <a:noFill/>
          <a:ln>
            <a:noFill/>
          </a:ln>
        </p:spPr>
        <p:txBody>
          <a:bodyPr anchorCtr="0" anchor="t" bIns="219450" lIns="438900" spcFirstLastPara="1" rIns="438900" wrap="square" tIns="219450">
            <a:noAutofit/>
          </a:bodyPr>
          <a:lstStyle>
            <a:lvl1pPr indent="-406400" lvl="0" marL="457200" algn="l">
              <a:lnSpc>
                <a:spcPct val="100000"/>
              </a:lnSpc>
              <a:spcBef>
                <a:spcPts val="560"/>
              </a:spcBef>
              <a:spcAft>
                <a:spcPts val="0"/>
              </a:spcAft>
              <a:buClr>
                <a:schemeClr val="dk1"/>
              </a:buClr>
              <a:buSzPts val="2800"/>
              <a:buFont typeface="Times"/>
              <a:buChar char="•"/>
              <a:defRPr sz="2800"/>
            </a:lvl1pPr>
            <a:lvl2pPr indent="-381000" lvl="1" marL="914400" algn="l">
              <a:lnSpc>
                <a:spcPct val="100000"/>
              </a:lnSpc>
              <a:spcBef>
                <a:spcPts val="480"/>
              </a:spcBef>
              <a:spcAft>
                <a:spcPts val="0"/>
              </a:spcAft>
              <a:buClr>
                <a:schemeClr val="dk1"/>
              </a:buClr>
              <a:buSzPts val="2400"/>
              <a:buFont typeface="Times"/>
              <a:buChar char="–"/>
              <a:defRPr sz="2400"/>
            </a:lvl2pPr>
            <a:lvl3pPr indent="-355600" lvl="2" marL="1371600" algn="l">
              <a:lnSpc>
                <a:spcPct val="100000"/>
              </a:lnSpc>
              <a:spcBef>
                <a:spcPts val="400"/>
              </a:spcBef>
              <a:spcAft>
                <a:spcPts val="0"/>
              </a:spcAft>
              <a:buClr>
                <a:schemeClr val="dk1"/>
              </a:buClr>
              <a:buSzPts val="2000"/>
              <a:buFont typeface="Times"/>
              <a:buChar char="•"/>
              <a:defRPr sz="2000"/>
            </a:lvl3pPr>
            <a:lvl4pPr indent="-342900" lvl="3" marL="1828800" algn="l">
              <a:lnSpc>
                <a:spcPct val="100000"/>
              </a:lnSpc>
              <a:spcBef>
                <a:spcPts val="360"/>
              </a:spcBef>
              <a:spcAft>
                <a:spcPts val="0"/>
              </a:spcAft>
              <a:buClr>
                <a:schemeClr val="dk1"/>
              </a:buClr>
              <a:buSzPts val="1800"/>
              <a:buFont typeface="Times"/>
              <a:buChar char="–"/>
              <a:defRPr sz="1800"/>
            </a:lvl4pPr>
            <a:lvl5pPr indent="-342900" lvl="4" marL="2286000" algn="l">
              <a:lnSpc>
                <a:spcPct val="100000"/>
              </a:lnSpc>
              <a:spcBef>
                <a:spcPts val="360"/>
              </a:spcBef>
              <a:spcAft>
                <a:spcPts val="0"/>
              </a:spcAft>
              <a:buClr>
                <a:schemeClr val="dk1"/>
              </a:buClr>
              <a:buSzPts val="1800"/>
              <a:buFont typeface="Times"/>
              <a:buChar char="»"/>
              <a:defRPr sz="1800"/>
            </a:lvl5pPr>
            <a:lvl6pPr indent="-342900" lvl="5" marL="2743200" algn="l">
              <a:lnSpc>
                <a:spcPct val="100000"/>
              </a:lnSpc>
              <a:spcBef>
                <a:spcPts val="360"/>
              </a:spcBef>
              <a:spcAft>
                <a:spcPts val="0"/>
              </a:spcAft>
              <a:buClr>
                <a:schemeClr val="dk1"/>
              </a:buClr>
              <a:buSzPts val="1800"/>
              <a:buFont typeface="Times"/>
              <a:buChar char="»"/>
              <a:defRPr sz="1800"/>
            </a:lvl6pPr>
            <a:lvl7pPr indent="-342900" lvl="6" marL="3200400" algn="l">
              <a:lnSpc>
                <a:spcPct val="100000"/>
              </a:lnSpc>
              <a:spcBef>
                <a:spcPts val="360"/>
              </a:spcBef>
              <a:spcAft>
                <a:spcPts val="0"/>
              </a:spcAft>
              <a:buClr>
                <a:schemeClr val="dk1"/>
              </a:buClr>
              <a:buSzPts val="1800"/>
              <a:buFont typeface="Times"/>
              <a:buChar char="»"/>
              <a:defRPr sz="1800"/>
            </a:lvl7pPr>
            <a:lvl8pPr indent="-342900" lvl="7" marL="3657600" algn="l">
              <a:lnSpc>
                <a:spcPct val="100000"/>
              </a:lnSpc>
              <a:spcBef>
                <a:spcPts val="360"/>
              </a:spcBef>
              <a:spcAft>
                <a:spcPts val="0"/>
              </a:spcAft>
              <a:buClr>
                <a:schemeClr val="dk1"/>
              </a:buClr>
              <a:buSzPts val="1800"/>
              <a:buFont typeface="Times"/>
              <a:buChar char="»"/>
              <a:defRPr sz="1800"/>
            </a:lvl8pPr>
            <a:lvl9pPr indent="-342900" lvl="8" marL="4114800" algn="l">
              <a:lnSpc>
                <a:spcPct val="100000"/>
              </a:lnSpc>
              <a:spcBef>
                <a:spcPts val="360"/>
              </a:spcBef>
              <a:spcAft>
                <a:spcPts val="0"/>
              </a:spcAft>
              <a:buClr>
                <a:schemeClr val="dk1"/>
              </a:buClr>
              <a:buSzPts val="1800"/>
              <a:buFont typeface="Times"/>
              <a:buChar char="»"/>
              <a:defRPr sz="1800"/>
            </a:lvl9pPr>
          </a:lstStyle>
          <a:p/>
        </p:txBody>
      </p:sp>
      <p:sp>
        <p:nvSpPr>
          <p:cNvPr id="36" name="Google Shape;36;p7"/>
          <p:cNvSpPr txBox="1"/>
          <p:nvPr>
            <p:ph idx="2" type="body"/>
          </p:nvPr>
        </p:nvSpPr>
        <p:spPr>
          <a:xfrm>
            <a:off x="22021800" y="9509125"/>
            <a:ext cx="18576925" cy="19751676"/>
          </a:xfrm>
          <a:prstGeom prst="rect">
            <a:avLst/>
          </a:prstGeom>
          <a:noFill/>
          <a:ln>
            <a:noFill/>
          </a:ln>
        </p:spPr>
        <p:txBody>
          <a:bodyPr anchorCtr="0" anchor="t" bIns="219450" lIns="438900" spcFirstLastPara="1" rIns="438900" wrap="square" tIns="219450">
            <a:noAutofit/>
          </a:bodyPr>
          <a:lstStyle>
            <a:lvl1pPr indent="-406400" lvl="0" marL="457200" algn="l">
              <a:lnSpc>
                <a:spcPct val="100000"/>
              </a:lnSpc>
              <a:spcBef>
                <a:spcPts val="560"/>
              </a:spcBef>
              <a:spcAft>
                <a:spcPts val="0"/>
              </a:spcAft>
              <a:buClr>
                <a:schemeClr val="dk1"/>
              </a:buClr>
              <a:buSzPts val="2800"/>
              <a:buFont typeface="Times"/>
              <a:buChar char="•"/>
              <a:defRPr sz="2800"/>
            </a:lvl1pPr>
            <a:lvl2pPr indent="-381000" lvl="1" marL="914400" algn="l">
              <a:lnSpc>
                <a:spcPct val="100000"/>
              </a:lnSpc>
              <a:spcBef>
                <a:spcPts val="480"/>
              </a:spcBef>
              <a:spcAft>
                <a:spcPts val="0"/>
              </a:spcAft>
              <a:buClr>
                <a:schemeClr val="dk1"/>
              </a:buClr>
              <a:buSzPts val="2400"/>
              <a:buFont typeface="Times"/>
              <a:buChar char="–"/>
              <a:defRPr sz="2400"/>
            </a:lvl2pPr>
            <a:lvl3pPr indent="-355600" lvl="2" marL="1371600" algn="l">
              <a:lnSpc>
                <a:spcPct val="100000"/>
              </a:lnSpc>
              <a:spcBef>
                <a:spcPts val="400"/>
              </a:spcBef>
              <a:spcAft>
                <a:spcPts val="0"/>
              </a:spcAft>
              <a:buClr>
                <a:schemeClr val="dk1"/>
              </a:buClr>
              <a:buSzPts val="2000"/>
              <a:buFont typeface="Times"/>
              <a:buChar char="•"/>
              <a:defRPr sz="2000"/>
            </a:lvl3pPr>
            <a:lvl4pPr indent="-342900" lvl="3" marL="1828800" algn="l">
              <a:lnSpc>
                <a:spcPct val="100000"/>
              </a:lnSpc>
              <a:spcBef>
                <a:spcPts val="360"/>
              </a:spcBef>
              <a:spcAft>
                <a:spcPts val="0"/>
              </a:spcAft>
              <a:buClr>
                <a:schemeClr val="dk1"/>
              </a:buClr>
              <a:buSzPts val="1800"/>
              <a:buFont typeface="Times"/>
              <a:buChar char="–"/>
              <a:defRPr sz="1800"/>
            </a:lvl4pPr>
            <a:lvl5pPr indent="-342900" lvl="4" marL="2286000" algn="l">
              <a:lnSpc>
                <a:spcPct val="100000"/>
              </a:lnSpc>
              <a:spcBef>
                <a:spcPts val="360"/>
              </a:spcBef>
              <a:spcAft>
                <a:spcPts val="0"/>
              </a:spcAft>
              <a:buClr>
                <a:schemeClr val="dk1"/>
              </a:buClr>
              <a:buSzPts val="1800"/>
              <a:buFont typeface="Times"/>
              <a:buChar char="»"/>
              <a:defRPr sz="1800"/>
            </a:lvl5pPr>
            <a:lvl6pPr indent="-342900" lvl="5" marL="2743200" algn="l">
              <a:lnSpc>
                <a:spcPct val="100000"/>
              </a:lnSpc>
              <a:spcBef>
                <a:spcPts val="360"/>
              </a:spcBef>
              <a:spcAft>
                <a:spcPts val="0"/>
              </a:spcAft>
              <a:buClr>
                <a:schemeClr val="dk1"/>
              </a:buClr>
              <a:buSzPts val="1800"/>
              <a:buFont typeface="Times"/>
              <a:buChar char="»"/>
              <a:defRPr sz="1800"/>
            </a:lvl6pPr>
            <a:lvl7pPr indent="-342900" lvl="6" marL="3200400" algn="l">
              <a:lnSpc>
                <a:spcPct val="100000"/>
              </a:lnSpc>
              <a:spcBef>
                <a:spcPts val="360"/>
              </a:spcBef>
              <a:spcAft>
                <a:spcPts val="0"/>
              </a:spcAft>
              <a:buClr>
                <a:schemeClr val="dk1"/>
              </a:buClr>
              <a:buSzPts val="1800"/>
              <a:buFont typeface="Times"/>
              <a:buChar char="»"/>
              <a:defRPr sz="1800"/>
            </a:lvl7pPr>
            <a:lvl8pPr indent="-342900" lvl="7" marL="3657600" algn="l">
              <a:lnSpc>
                <a:spcPct val="100000"/>
              </a:lnSpc>
              <a:spcBef>
                <a:spcPts val="360"/>
              </a:spcBef>
              <a:spcAft>
                <a:spcPts val="0"/>
              </a:spcAft>
              <a:buClr>
                <a:schemeClr val="dk1"/>
              </a:buClr>
              <a:buSzPts val="1800"/>
              <a:buFont typeface="Times"/>
              <a:buChar char="»"/>
              <a:defRPr sz="1800"/>
            </a:lvl8pPr>
            <a:lvl9pPr indent="-342900" lvl="8" marL="4114800" algn="l">
              <a:lnSpc>
                <a:spcPct val="100000"/>
              </a:lnSpc>
              <a:spcBef>
                <a:spcPts val="360"/>
              </a:spcBef>
              <a:spcAft>
                <a:spcPts val="0"/>
              </a:spcAft>
              <a:buClr>
                <a:schemeClr val="dk1"/>
              </a:buClr>
              <a:buSzPts val="1800"/>
              <a:buFont typeface="Times"/>
              <a:buChar char="»"/>
              <a:defRPr sz="1800"/>
            </a:lvl9pPr>
          </a:lstStyle>
          <a:p/>
        </p:txBody>
      </p:sp>
      <p:sp>
        <p:nvSpPr>
          <p:cNvPr id="37" name="Google Shape;37;p7"/>
          <p:cNvSpPr txBox="1"/>
          <p:nvPr>
            <p:ph idx="10" type="dt"/>
          </p:nvPr>
        </p:nvSpPr>
        <p:spPr>
          <a:xfrm>
            <a:off x="3292475" y="29992638"/>
            <a:ext cx="9144000" cy="2193925"/>
          </a:xfrm>
          <a:prstGeom prst="rect">
            <a:avLst/>
          </a:prstGeom>
          <a:noFill/>
          <a:ln>
            <a:noFill/>
          </a:ln>
        </p:spPr>
        <p:txBody>
          <a:bodyPr anchorCtr="0" anchor="t" bIns="219450" lIns="438900" spcFirstLastPara="1" rIns="438900" wrap="square" tIns="219450">
            <a:noAutofit/>
          </a:bodyPr>
          <a:lstStyle>
            <a:lvl1pPr lvl="0" algn="l">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7"/>
          <p:cNvSpPr txBox="1"/>
          <p:nvPr>
            <p:ph idx="11" type="ftr"/>
          </p:nvPr>
        </p:nvSpPr>
        <p:spPr>
          <a:xfrm>
            <a:off x="14995525" y="29992638"/>
            <a:ext cx="13900150" cy="2193925"/>
          </a:xfrm>
          <a:prstGeom prst="rect">
            <a:avLst/>
          </a:prstGeom>
          <a:noFill/>
          <a:ln>
            <a:noFill/>
          </a:ln>
        </p:spPr>
        <p:txBody>
          <a:bodyPr anchorCtr="0" anchor="t" bIns="219450" lIns="438900" spcFirstLastPara="1" rIns="438900" wrap="square" tIns="219450">
            <a:noAutofit/>
          </a:bodyPr>
          <a:lstStyle>
            <a:lvl1pPr lvl="0" algn="ct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7"/>
          <p:cNvSpPr txBox="1"/>
          <p:nvPr>
            <p:ph idx="12" type="sldNum"/>
          </p:nvPr>
        </p:nvSpPr>
        <p:spPr>
          <a:xfrm>
            <a:off x="31454725" y="29992638"/>
            <a:ext cx="9144000" cy="2193925"/>
          </a:xfrm>
          <a:prstGeom prst="rect">
            <a:avLst/>
          </a:prstGeom>
          <a:noFill/>
          <a:ln>
            <a:noFill/>
          </a:ln>
        </p:spPr>
        <p:txBody>
          <a:bodyPr anchorCtr="0" anchor="t" bIns="219450" lIns="438900" spcFirstLastPara="1" rIns="438900" wrap="square" tIns="219450">
            <a:noAutofit/>
          </a:bodyPr>
          <a:lstStyle>
            <a:lvl1pPr indent="0" lvl="0"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1pPr>
            <a:lvl2pPr indent="0" lvl="1"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2pPr>
            <a:lvl3pPr indent="0" lvl="2"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3pPr>
            <a:lvl4pPr indent="0" lvl="3"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4pPr>
            <a:lvl5pPr indent="0" lvl="4"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5pPr>
            <a:lvl6pPr indent="0" lvl="5"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6pPr>
            <a:lvl7pPr indent="0" lvl="6"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7pPr>
            <a:lvl8pPr indent="0" lvl="7"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8pPr>
            <a:lvl9pPr indent="0" lvl="8"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8"/>
          <p:cNvSpPr txBox="1"/>
          <p:nvPr>
            <p:ph type="title"/>
          </p:nvPr>
        </p:nvSpPr>
        <p:spPr>
          <a:xfrm>
            <a:off x="2193925" y="1317625"/>
            <a:ext cx="39503351" cy="5486400"/>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2" name="Google Shape;42;p8"/>
          <p:cNvSpPr txBox="1"/>
          <p:nvPr>
            <p:ph idx="1" type="body"/>
          </p:nvPr>
        </p:nvSpPr>
        <p:spPr>
          <a:xfrm>
            <a:off x="2193925" y="7369175"/>
            <a:ext cx="19392900" cy="3070225"/>
          </a:xfrm>
          <a:prstGeom prst="rect">
            <a:avLst/>
          </a:prstGeom>
          <a:noFill/>
          <a:ln>
            <a:noFill/>
          </a:ln>
        </p:spPr>
        <p:txBody>
          <a:bodyPr anchorCtr="0" anchor="b" bIns="219450" lIns="438900" spcFirstLastPara="1" rIns="438900" wrap="square" tIns="219450">
            <a:noAutofit/>
          </a:bodyPr>
          <a:lstStyle>
            <a:lvl1pPr indent="-228600" lvl="0" marL="457200" algn="l">
              <a:lnSpc>
                <a:spcPct val="100000"/>
              </a:lnSpc>
              <a:spcBef>
                <a:spcPts val="480"/>
              </a:spcBef>
              <a:spcAft>
                <a:spcPts val="0"/>
              </a:spcAft>
              <a:buClr>
                <a:schemeClr val="dk1"/>
              </a:buClr>
              <a:buSzPts val="2400"/>
              <a:buFont typeface="Times"/>
              <a:buNone/>
              <a:defRPr b="1" sz="2400"/>
            </a:lvl1pPr>
            <a:lvl2pPr indent="-228600" lvl="1" marL="914400" algn="l">
              <a:lnSpc>
                <a:spcPct val="100000"/>
              </a:lnSpc>
              <a:spcBef>
                <a:spcPts val="400"/>
              </a:spcBef>
              <a:spcAft>
                <a:spcPts val="0"/>
              </a:spcAft>
              <a:buClr>
                <a:schemeClr val="dk1"/>
              </a:buClr>
              <a:buSzPts val="2000"/>
              <a:buFont typeface="Times"/>
              <a:buNone/>
              <a:defRPr b="1" sz="2000"/>
            </a:lvl2pPr>
            <a:lvl3pPr indent="-228600" lvl="2" marL="1371600" algn="l">
              <a:lnSpc>
                <a:spcPct val="100000"/>
              </a:lnSpc>
              <a:spcBef>
                <a:spcPts val="360"/>
              </a:spcBef>
              <a:spcAft>
                <a:spcPts val="0"/>
              </a:spcAft>
              <a:buClr>
                <a:schemeClr val="dk1"/>
              </a:buClr>
              <a:buSzPts val="1800"/>
              <a:buFont typeface="Times"/>
              <a:buNone/>
              <a:defRPr b="1" sz="1800"/>
            </a:lvl3pPr>
            <a:lvl4pPr indent="-228600" lvl="3" marL="1828800" algn="l">
              <a:lnSpc>
                <a:spcPct val="100000"/>
              </a:lnSpc>
              <a:spcBef>
                <a:spcPts val="320"/>
              </a:spcBef>
              <a:spcAft>
                <a:spcPts val="0"/>
              </a:spcAft>
              <a:buClr>
                <a:schemeClr val="dk1"/>
              </a:buClr>
              <a:buSzPts val="1600"/>
              <a:buFont typeface="Times"/>
              <a:buNone/>
              <a:defRPr b="1" sz="1600"/>
            </a:lvl4pPr>
            <a:lvl5pPr indent="-228600" lvl="4" marL="2286000" algn="l">
              <a:lnSpc>
                <a:spcPct val="100000"/>
              </a:lnSpc>
              <a:spcBef>
                <a:spcPts val="320"/>
              </a:spcBef>
              <a:spcAft>
                <a:spcPts val="0"/>
              </a:spcAft>
              <a:buClr>
                <a:schemeClr val="dk1"/>
              </a:buClr>
              <a:buSzPts val="1600"/>
              <a:buFont typeface="Times"/>
              <a:buNone/>
              <a:defRPr b="1" sz="1600"/>
            </a:lvl5pPr>
            <a:lvl6pPr indent="-228600" lvl="5" marL="2743200" algn="l">
              <a:lnSpc>
                <a:spcPct val="100000"/>
              </a:lnSpc>
              <a:spcBef>
                <a:spcPts val="320"/>
              </a:spcBef>
              <a:spcAft>
                <a:spcPts val="0"/>
              </a:spcAft>
              <a:buClr>
                <a:schemeClr val="dk1"/>
              </a:buClr>
              <a:buSzPts val="1600"/>
              <a:buFont typeface="Times"/>
              <a:buNone/>
              <a:defRPr b="1" sz="1600"/>
            </a:lvl6pPr>
            <a:lvl7pPr indent="-228600" lvl="6" marL="3200400" algn="l">
              <a:lnSpc>
                <a:spcPct val="100000"/>
              </a:lnSpc>
              <a:spcBef>
                <a:spcPts val="320"/>
              </a:spcBef>
              <a:spcAft>
                <a:spcPts val="0"/>
              </a:spcAft>
              <a:buClr>
                <a:schemeClr val="dk1"/>
              </a:buClr>
              <a:buSzPts val="1600"/>
              <a:buFont typeface="Times"/>
              <a:buNone/>
              <a:defRPr b="1" sz="1600"/>
            </a:lvl7pPr>
            <a:lvl8pPr indent="-228600" lvl="7" marL="3657600" algn="l">
              <a:lnSpc>
                <a:spcPct val="100000"/>
              </a:lnSpc>
              <a:spcBef>
                <a:spcPts val="320"/>
              </a:spcBef>
              <a:spcAft>
                <a:spcPts val="0"/>
              </a:spcAft>
              <a:buClr>
                <a:schemeClr val="dk1"/>
              </a:buClr>
              <a:buSzPts val="1600"/>
              <a:buFont typeface="Times"/>
              <a:buNone/>
              <a:defRPr b="1" sz="1600"/>
            </a:lvl8pPr>
            <a:lvl9pPr indent="-228600" lvl="8" marL="4114800" algn="l">
              <a:lnSpc>
                <a:spcPct val="100000"/>
              </a:lnSpc>
              <a:spcBef>
                <a:spcPts val="320"/>
              </a:spcBef>
              <a:spcAft>
                <a:spcPts val="0"/>
              </a:spcAft>
              <a:buClr>
                <a:schemeClr val="dk1"/>
              </a:buClr>
              <a:buSzPts val="1600"/>
              <a:buFont typeface="Times"/>
              <a:buNone/>
              <a:defRPr b="1" sz="1600"/>
            </a:lvl9pPr>
          </a:lstStyle>
          <a:p/>
        </p:txBody>
      </p:sp>
      <p:sp>
        <p:nvSpPr>
          <p:cNvPr id="43" name="Google Shape;43;p8"/>
          <p:cNvSpPr txBox="1"/>
          <p:nvPr>
            <p:ph idx="2" type="body"/>
          </p:nvPr>
        </p:nvSpPr>
        <p:spPr>
          <a:xfrm>
            <a:off x="2193925" y="10439400"/>
            <a:ext cx="19392900" cy="18965863"/>
          </a:xfrm>
          <a:prstGeom prst="rect">
            <a:avLst/>
          </a:prstGeom>
          <a:noFill/>
          <a:ln>
            <a:noFill/>
          </a:ln>
        </p:spPr>
        <p:txBody>
          <a:bodyPr anchorCtr="0" anchor="t" bIns="219450" lIns="438900" spcFirstLastPara="1" rIns="438900" wrap="square" tIns="219450">
            <a:noAutofit/>
          </a:bodyPr>
          <a:lstStyle>
            <a:lvl1pPr indent="-381000" lvl="0" marL="457200" algn="l">
              <a:lnSpc>
                <a:spcPct val="100000"/>
              </a:lnSpc>
              <a:spcBef>
                <a:spcPts val="480"/>
              </a:spcBef>
              <a:spcAft>
                <a:spcPts val="0"/>
              </a:spcAft>
              <a:buClr>
                <a:schemeClr val="dk1"/>
              </a:buClr>
              <a:buSzPts val="2400"/>
              <a:buFont typeface="Times"/>
              <a:buChar char="•"/>
              <a:defRPr sz="2400"/>
            </a:lvl1pPr>
            <a:lvl2pPr indent="-355600" lvl="1" marL="914400" algn="l">
              <a:lnSpc>
                <a:spcPct val="100000"/>
              </a:lnSpc>
              <a:spcBef>
                <a:spcPts val="400"/>
              </a:spcBef>
              <a:spcAft>
                <a:spcPts val="0"/>
              </a:spcAft>
              <a:buClr>
                <a:schemeClr val="dk1"/>
              </a:buClr>
              <a:buSzPts val="2000"/>
              <a:buFont typeface="Times"/>
              <a:buChar char="–"/>
              <a:defRPr sz="2000"/>
            </a:lvl2pPr>
            <a:lvl3pPr indent="-342900" lvl="2" marL="1371600" algn="l">
              <a:lnSpc>
                <a:spcPct val="100000"/>
              </a:lnSpc>
              <a:spcBef>
                <a:spcPts val="360"/>
              </a:spcBef>
              <a:spcAft>
                <a:spcPts val="0"/>
              </a:spcAft>
              <a:buClr>
                <a:schemeClr val="dk1"/>
              </a:buClr>
              <a:buSzPts val="1800"/>
              <a:buFont typeface="Times"/>
              <a:buChar char="•"/>
              <a:defRPr sz="1800"/>
            </a:lvl3pPr>
            <a:lvl4pPr indent="-330200" lvl="3" marL="1828800" algn="l">
              <a:lnSpc>
                <a:spcPct val="100000"/>
              </a:lnSpc>
              <a:spcBef>
                <a:spcPts val="320"/>
              </a:spcBef>
              <a:spcAft>
                <a:spcPts val="0"/>
              </a:spcAft>
              <a:buClr>
                <a:schemeClr val="dk1"/>
              </a:buClr>
              <a:buSzPts val="1600"/>
              <a:buFont typeface="Times"/>
              <a:buChar char="–"/>
              <a:defRPr sz="1600"/>
            </a:lvl4pPr>
            <a:lvl5pPr indent="-330200" lvl="4" marL="2286000" algn="l">
              <a:lnSpc>
                <a:spcPct val="100000"/>
              </a:lnSpc>
              <a:spcBef>
                <a:spcPts val="320"/>
              </a:spcBef>
              <a:spcAft>
                <a:spcPts val="0"/>
              </a:spcAft>
              <a:buClr>
                <a:schemeClr val="dk1"/>
              </a:buClr>
              <a:buSzPts val="1600"/>
              <a:buFont typeface="Times"/>
              <a:buChar char="»"/>
              <a:defRPr sz="1600"/>
            </a:lvl5pPr>
            <a:lvl6pPr indent="-330200" lvl="5" marL="2743200" algn="l">
              <a:lnSpc>
                <a:spcPct val="100000"/>
              </a:lnSpc>
              <a:spcBef>
                <a:spcPts val="320"/>
              </a:spcBef>
              <a:spcAft>
                <a:spcPts val="0"/>
              </a:spcAft>
              <a:buClr>
                <a:schemeClr val="dk1"/>
              </a:buClr>
              <a:buSzPts val="1600"/>
              <a:buFont typeface="Times"/>
              <a:buChar char="»"/>
              <a:defRPr sz="1600"/>
            </a:lvl6pPr>
            <a:lvl7pPr indent="-330200" lvl="6" marL="3200400" algn="l">
              <a:lnSpc>
                <a:spcPct val="100000"/>
              </a:lnSpc>
              <a:spcBef>
                <a:spcPts val="320"/>
              </a:spcBef>
              <a:spcAft>
                <a:spcPts val="0"/>
              </a:spcAft>
              <a:buClr>
                <a:schemeClr val="dk1"/>
              </a:buClr>
              <a:buSzPts val="1600"/>
              <a:buFont typeface="Times"/>
              <a:buChar char="»"/>
              <a:defRPr sz="1600"/>
            </a:lvl7pPr>
            <a:lvl8pPr indent="-330200" lvl="7" marL="3657600" algn="l">
              <a:lnSpc>
                <a:spcPct val="100000"/>
              </a:lnSpc>
              <a:spcBef>
                <a:spcPts val="320"/>
              </a:spcBef>
              <a:spcAft>
                <a:spcPts val="0"/>
              </a:spcAft>
              <a:buClr>
                <a:schemeClr val="dk1"/>
              </a:buClr>
              <a:buSzPts val="1600"/>
              <a:buFont typeface="Times"/>
              <a:buChar char="»"/>
              <a:defRPr sz="1600"/>
            </a:lvl8pPr>
            <a:lvl9pPr indent="-330200" lvl="8" marL="4114800" algn="l">
              <a:lnSpc>
                <a:spcPct val="100000"/>
              </a:lnSpc>
              <a:spcBef>
                <a:spcPts val="320"/>
              </a:spcBef>
              <a:spcAft>
                <a:spcPts val="0"/>
              </a:spcAft>
              <a:buClr>
                <a:schemeClr val="dk1"/>
              </a:buClr>
              <a:buSzPts val="1600"/>
              <a:buFont typeface="Times"/>
              <a:buChar char="»"/>
              <a:defRPr sz="1600"/>
            </a:lvl9pPr>
          </a:lstStyle>
          <a:p/>
        </p:txBody>
      </p:sp>
      <p:sp>
        <p:nvSpPr>
          <p:cNvPr id="44" name="Google Shape;44;p8"/>
          <p:cNvSpPr txBox="1"/>
          <p:nvPr>
            <p:ph idx="3" type="body"/>
          </p:nvPr>
        </p:nvSpPr>
        <p:spPr>
          <a:xfrm>
            <a:off x="22296438" y="7369175"/>
            <a:ext cx="19400837" cy="3070225"/>
          </a:xfrm>
          <a:prstGeom prst="rect">
            <a:avLst/>
          </a:prstGeom>
          <a:noFill/>
          <a:ln>
            <a:noFill/>
          </a:ln>
        </p:spPr>
        <p:txBody>
          <a:bodyPr anchorCtr="0" anchor="b" bIns="219450" lIns="438900" spcFirstLastPara="1" rIns="438900" wrap="square" tIns="219450">
            <a:noAutofit/>
          </a:bodyPr>
          <a:lstStyle>
            <a:lvl1pPr indent="-228600" lvl="0" marL="457200" algn="l">
              <a:lnSpc>
                <a:spcPct val="100000"/>
              </a:lnSpc>
              <a:spcBef>
                <a:spcPts val="480"/>
              </a:spcBef>
              <a:spcAft>
                <a:spcPts val="0"/>
              </a:spcAft>
              <a:buClr>
                <a:schemeClr val="dk1"/>
              </a:buClr>
              <a:buSzPts val="2400"/>
              <a:buFont typeface="Times"/>
              <a:buNone/>
              <a:defRPr b="1" sz="2400"/>
            </a:lvl1pPr>
            <a:lvl2pPr indent="-228600" lvl="1" marL="914400" algn="l">
              <a:lnSpc>
                <a:spcPct val="100000"/>
              </a:lnSpc>
              <a:spcBef>
                <a:spcPts val="400"/>
              </a:spcBef>
              <a:spcAft>
                <a:spcPts val="0"/>
              </a:spcAft>
              <a:buClr>
                <a:schemeClr val="dk1"/>
              </a:buClr>
              <a:buSzPts val="2000"/>
              <a:buFont typeface="Times"/>
              <a:buNone/>
              <a:defRPr b="1" sz="2000"/>
            </a:lvl2pPr>
            <a:lvl3pPr indent="-228600" lvl="2" marL="1371600" algn="l">
              <a:lnSpc>
                <a:spcPct val="100000"/>
              </a:lnSpc>
              <a:spcBef>
                <a:spcPts val="360"/>
              </a:spcBef>
              <a:spcAft>
                <a:spcPts val="0"/>
              </a:spcAft>
              <a:buClr>
                <a:schemeClr val="dk1"/>
              </a:buClr>
              <a:buSzPts val="1800"/>
              <a:buFont typeface="Times"/>
              <a:buNone/>
              <a:defRPr b="1" sz="1800"/>
            </a:lvl3pPr>
            <a:lvl4pPr indent="-228600" lvl="3" marL="1828800" algn="l">
              <a:lnSpc>
                <a:spcPct val="100000"/>
              </a:lnSpc>
              <a:spcBef>
                <a:spcPts val="320"/>
              </a:spcBef>
              <a:spcAft>
                <a:spcPts val="0"/>
              </a:spcAft>
              <a:buClr>
                <a:schemeClr val="dk1"/>
              </a:buClr>
              <a:buSzPts val="1600"/>
              <a:buFont typeface="Times"/>
              <a:buNone/>
              <a:defRPr b="1" sz="1600"/>
            </a:lvl4pPr>
            <a:lvl5pPr indent="-228600" lvl="4" marL="2286000" algn="l">
              <a:lnSpc>
                <a:spcPct val="100000"/>
              </a:lnSpc>
              <a:spcBef>
                <a:spcPts val="320"/>
              </a:spcBef>
              <a:spcAft>
                <a:spcPts val="0"/>
              </a:spcAft>
              <a:buClr>
                <a:schemeClr val="dk1"/>
              </a:buClr>
              <a:buSzPts val="1600"/>
              <a:buFont typeface="Times"/>
              <a:buNone/>
              <a:defRPr b="1" sz="1600"/>
            </a:lvl5pPr>
            <a:lvl6pPr indent="-228600" lvl="5" marL="2743200" algn="l">
              <a:lnSpc>
                <a:spcPct val="100000"/>
              </a:lnSpc>
              <a:spcBef>
                <a:spcPts val="320"/>
              </a:spcBef>
              <a:spcAft>
                <a:spcPts val="0"/>
              </a:spcAft>
              <a:buClr>
                <a:schemeClr val="dk1"/>
              </a:buClr>
              <a:buSzPts val="1600"/>
              <a:buFont typeface="Times"/>
              <a:buNone/>
              <a:defRPr b="1" sz="1600"/>
            </a:lvl6pPr>
            <a:lvl7pPr indent="-228600" lvl="6" marL="3200400" algn="l">
              <a:lnSpc>
                <a:spcPct val="100000"/>
              </a:lnSpc>
              <a:spcBef>
                <a:spcPts val="320"/>
              </a:spcBef>
              <a:spcAft>
                <a:spcPts val="0"/>
              </a:spcAft>
              <a:buClr>
                <a:schemeClr val="dk1"/>
              </a:buClr>
              <a:buSzPts val="1600"/>
              <a:buFont typeface="Times"/>
              <a:buNone/>
              <a:defRPr b="1" sz="1600"/>
            </a:lvl7pPr>
            <a:lvl8pPr indent="-228600" lvl="7" marL="3657600" algn="l">
              <a:lnSpc>
                <a:spcPct val="100000"/>
              </a:lnSpc>
              <a:spcBef>
                <a:spcPts val="320"/>
              </a:spcBef>
              <a:spcAft>
                <a:spcPts val="0"/>
              </a:spcAft>
              <a:buClr>
                <a:schemeClr val="dk1"/>
              </a:buClr>
              <a:buSzPts val="1600"/>
              <a:buFont typeface="Times"/>
              <a:buNone/>
              <a:defRPr b="1" sz="1600"/>
            </a:lvl8pPr>
            <a:lvl9pPr indent="-228600" lvl="8" marL="4114800" algn="l">
              <a:lnSpc>
                <a:spcPct val="100000"/>
              </a:lnSpc>
              <a:spcBef>
                <a:spcPts val="320"/>
              </a:spcBef>
              <a:spcAft>
                <a:spcPts val="0"/>
              </a:spcAft>
              <a:buClr>
                <a:schemeClr val="dk1"/>
              </a:buClr>
              <a:buSzPts val="1600"/>
              <a:buFont typeface="Times"/>
              <a:buNone/>
              <a:defRPr b="1" sz="1600"/>
            </a:lvl9pPr>
          </a:lstStyle>
          <a:p/>
        </p:txBody>
      </p:sp>
      <p:sp>
        <p:nvSpPr>
          <p:cNvPr id="45" name="Google Shape;45;p8"/>
          <p:cNvSpPr txBox="1"/>
          <p:nvPr>
            <p:ph idx="4" type="body"/>
          </p:nvPr>
        </p:nvSpPr>
        <p:spPr>
          <a:xfrm>
            <a:off x="22296438" y="10439400"/>
            <a:ext cx="19400837" cy="18965863"/>
          </a:xfrm>
          <a:prstGeom prst="rect">
            <a:avLst/>
          </a:prstGeom>
          <a:noFill/>
          <a:ln>
            <a:noFill/>
          </a:ln>
        </p:spPr>
        <p:txBody>
          <a:bodyPr anchorCtr="0" anchor="t" bIns="219450" lIns="438900" spcFirstLastPara="1" rIns="438900" wrap="square" tIns="219450">
            <a:noAutofit/>
          </a:bodyPr>
          <a:lstStyle>
            <a:lvl1pPr indent="-381000" lvl="0" marL="457200" algn="l">
              <a:lnSpc>
                <a:spcPct val="100000"/>
              </a:lnSpc>
              <a:spcBef>
                <a:spcPts val="480"/>
              </a:spcBef>
              <a:spcAft>
                <a:spcPts val="0"/>
              </a:spcAft>
              <a:buClr>
                <a:schemeClr val="dk1"/>
              </a:buClr>
              <a:buSzPts val="2400"/>
              <a:buFont typeface="Times"/>
              <a:buChar char="•"/>
              <a:defRPr sz="2400"/>
            </a:lvl1pPr>
            <a:lvl2pPr indent="-355600" lvl="1" marL="914400" algn="l">
              <a:lnSpc>
                <a:spcPct val="100000"/>
              </a:lnSpc>
              <a:spcBef>
                <a:spcPts val="400"/>
              </a:spcBef>
              <a:spcAft>
                <a:spcPts val="0"/>
              </a:spcAft>
              <a:buClr>
                <a:schemeClr val="dk1"/>
              </a:buClr>
              <a:buSzPts val="2000"/>
              <a:buFont typeface="Times"/>
              <a:buChar char="–"/>
              <a:defRPr sz="2000"/>
            </a:lvl2pPr>
            <a:lvl3pPr indent="-342900" lvl="2" marL="1371600" algn="l">
              <a:lnSpc>
                <a:spcPct val="100000"/>
              </a:lnSpc>
              <a:spcBef>
                <a:spcPts val="360"/>
              </a:spcBef>
              <a:spcAft>
                <a:spcPts val="0"/>
              </a:spcAft>
              <a:buClr>
                <a:schemeClr val="dk1"/>
              </a:buClr>
              <a:buSzPts val="1800"/>
              <a:buFont typeface="Times"/>
              <a:buChar char="•"/>
              <a:defRPr sz="1800"/>
            </a:lvl3pPr>
            <a:lvl4pPr indent="-330200" lvl="3" marL="1828800" algn="l">
              <a:lnSpc>
                <a:spcPct val="100000"/>
              </a:lnSpc>
              <a:spcBef>
                <a:spcPts val="320"/>
              </a:spcBef>
              <a:spcAft>
                <a:spcPts val="0"/>
              </a:spcAft>
              <a:buClr>
                <a:schemeClr val="dk1"/>
              </a:buClr>
              <a:buSzPts val="1600"/>
              <a:buFont typeface="Times"/>
              <a:buChar char="–"/>
              <a:defRPr sz="1600"/>
            </a:lvl4pPr>
            <a:lvl5pPr indent="-330200" lvl="4" marL="2286000" algn="l">
              <a:lnSpc>
                <a:spcPct val="100000"/>
              </a:lnSpc>
              <a:spcBef>
                <a:spcPts val="320"/>
              </a:spcBef>
              <a:spcAft>
                <a:spcPts val="0"/>
              </a:spcAft>
              <a:buClr>
                <a:schemeClr val="dk1"/>
              </a:buClr>
              <a:buSzPts val="1600"/>
              <a:buFont typeface="Times"/>
              <a:buChar char="»"/>
              <a:defRPr sz="1600"/>
            </a:lvl5pPr>
            <a:lvl6pPr indent="-330200" lvl="5" marL="2743200" algn="l">
              <a:lnSpc>
                <a:spcPct val="100000"/>
              </a:lnSpc>
              <a:spcBef>
                <a:spcPts val="320"/>
              </a:spcBef>
              <a:spcAft>
                <a:spcPts val="0"/>
              </a:spcAft>
              <a:buClr>
                <a:schemeClr val="dk1"/>
              </a:buClr>
              <a:buSzPts val="1600"/>
              <a:buFont typeface="Times"/>
              <a:buChar char="»"/>
              <a:defRPr sz="1600"/>
            </a:lvl6pPr>
            <a:lvl7pPr indent="-330200" lvl="6" marL="3200400" algn="l">
              <a:lnSpc>
                <a:spcPct val="100000"/>
              </a:lnSpc>
              <a:spcBef>
                <a:spcPts val="320"/>
              </a:spcBef>
              <a:spcAft>
                <a:spcPts val="0"/>
              </a:spcAft>
              <a:buClr>
                <a:schemeClr val="dk1"/>
              </a:buClr>
              <a:buSzPts val="1600"/>
              <a:buFont typeface="Times"/>
              <a:buChar char="»"/>
              <a:defRPr sz="1600"/>
            </a:lvl7pPr>
            <a:lvl8pPr indent="-330200" lvl="7" marL="3657600" algn="l">
              <a:lnSpc>
                <a:spcPct val="100000"/>
              </a:lnSpc>
              <a:spcBef>
                <a:spcPts val="320"/>
              </a:spcBef>
              <a:spcAft>
                <a:spcPts val="0"/>
              </a:spcAft>
              <a:buClr>
                <a:schemeClr val="dk1"/>
              </a:buClr>
              <a:buSzPts val="1600"/>
              <a:buFont typeface="Times"/>
              <a:buChar char="»"/>
              <a:defRPr sz="1600"/>
            </a:lvl8pPr>
            <a:lvl9pPr indent="-330200" lvl="8" marL="4114800" algn="l">
              <a:lnSpc>
                <a:spcPct val="100000"/>
              </a:lnSpc>
              <a:spcBef>
                <a:spcPts val="320"/>
              </a:spcBef>
              <a:spcAft>
                <a:spcPts val="0"/>
              </a:spcAft>
              <a:buClr>
                <a:schemeClr val="dk1"/>
              </a:buClr>
              <a:buSzPts val="1600"/>
              <a:buFont typeface="Times"/>
              <a:buChar char="»"/>
              <a:defRPr sz="1600"/>
            </a:lvl9pPr>
          </a:lstStyle>
          <a:p/>
        </p:txBody>
      </p:sp>
      <p:sp>
        <p:nvSpPr>
          <p:cNvPr id="46" name="Google Shape;46;p8"/>
          <p:cNvSpPr txBox="1"/>
          <p:nvPr>
            <p:ph idx="10" type="dt"/>
          </p:nvPr>
        </p:nvSpPr>
        <p:spPr>
          <a:xfrm>
            <a:off x="3292475" y="29992638"/>
            <a:ext cx="9144000" cy="2193925"/>
          </a:xfrm>
          <a:prstGeom prst="rect">
            <a:avLst/>
          </a:prstGeom>
          <a:noFill/>
          <a:ln>
            <a:noFill/>
          </a:ln>
        </p:spPr>
        <p:txBody>
          <a:bodyPr anchorCtr="0" anchor="t" bIns="219450" lIns="438900" spcFirstLastPara="1" rIns="438900" wrap="square" tIns="219450">
            <a:noAutofit/>
          </a:bodyPr>
          <a:lstStyle>
            <a:lvl1pPr lvl="0" algn="l">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8"/>
          <p:cNvSpPr txBox="1"/>
          <p:nvPr>
            <p:ph idx="11" type="ftr"/>
          </p:nvPr>
        </p:nvSpPr>
        <p:spPr>
          <a:xfrm>
            <a:off x="14995525" y="29992638"/>
            <a:ext cx="13900150" cy="2193925"/>
          </a:xfrm>
          <a:prstGeom prst="rect">
            <a:avLst/>
          </a:prstGeom>
          <a:noFill/>
          <a:ln>
            <a:noFill/>
          </a:ln>
        </p:spPr>
        <p:txBody>
          <a:bodyPr anchorCtr="0" anchor="t" bIns="219450" lIns="438900" spcFirstLastPara="1" rIns="438900" wrap="square" tIns="219450">
            <a:noAutofit/>
          </a:bodyPr>
          <a:lstStyle>
            <a:lvl1pPr lvl="0" algn="ct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8"/>
          <p:cNvSpPr txBox="1"/>
          <p:nvPr>
            <p:ph idx="12" type="sldNum"/>
          </p:nvPr>
        </p:nvSpPr>
        <p:spPr>
          <a:xfrm>
            <a:off x="31454725" y="29992638"/>
            <a:ext cx="9144000" cy="2193925"/>
          </a:xfrm>
          <a:prstGeom prst="rect">
            <a:avLst/>
          </a:prstGeom>
          <a:noFill/>
          <a:ln>
            <a:noFill/>
          </a:ln>
        </p:spPr>
        <p:txBody>
          <a:bodyPr anchorCtr="0" anchor="t" bIns="219450" lIns="438900" spcFirstLastPara="1" rIns="438900" wrap="square" tIns="219450">
            <a:noAutofit/>
          </a:bodyPr>
          <a:lstStyle>
            <a:lvl1pPr indent="0" lvl="0"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1pPr>
            <a:lvl2pPr indent="0" lvl="1"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2pPr>
            <a:lvl3pPr indent="0" lvl="2"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3pPr>
            <a:lvl4pPr indent="0" lvl="3"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4pPr>
            <a:lvl5pPr indent="0" lvl="4"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5pPr>
            <a:lvl6pPr indent="0" lvl="5"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6pPr>
            <a:lvl7pPr indent="0" lvl="6"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7pPr>
            <a:lvl8pPr indent="0" lvl="7"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8pPr>
            <a:lvl9pPr indent="0" lvl="8"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9"/>
          <p:cNvSpPr txBox="1"/>
          <p:nvPr>
            <p:ph type="title"/>
          </p:nvPr>
        </p:nvSpPr>
        <p:spPr>
          <a:xfrm>
            <a:off x="3292475" y="2925763"/>
            <a:ext cx="37306249" cy="5486400"/>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1" name="Google Shape;51;p9"/>
          <p:cNvSpPr txBox="1"/>
          <p:nvPr>
            <p:ph idx="10" type="dt"/>
          </p:nvPr>
        </p:nvSpPr>
        <p:spPr>
          <a:xfrm>
            <a:off x="3292475" y="29992638"/>
            <a:ext cx="9144000" cy="2193925"/>
          </a:xfrm>
          <a:prstGeom prst="rect">
            <a:avLst/>
          </a:prstGeom>
          <a:noFill/>
          <a:ln>
            <a:noFill/>
          </a:ln>
        </p:spPr>
        <p:txBody>
          <a:bodyPr anchorCtr="0" anchor="t" bIns="219450" lIns="438900" spcFirstLastPara="1" rIns="438900" wrap="square" tIns="219450">
            <a:noAutofit/>
          </a:bodyPr>
          <a:lstStyle>
            <a:lvl1pPr lvl="0" algn="l">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9"/>
          <p:cNvSpPr txBox="1"/>
          <p:nvPr>
            <p:ph idx="11" type="ftr"/>
          </p:nvPr>
        </p:nvSpPr>
        <p:spPr>
          <a:xfrm>
            <a:off x="14995525" y="29992638"/>
            <a:ext cx="13900150" cy="2193925"/>
          </a:xfrm>
          <a:prstGeom prst="rect">
            <a:avLst/>
          </a:prstGeom>
          <a:noFill/>
          <a:ln>
            <a:noFill/>
          </a:ln>
        </p:spPr>
        <p:txBody>
          <a:bodyPr anchorCtr="0" anchor="t" bIns="219450" lIns="438900" spcFirstLastPara="1" rIns="438900" wrap="square" tIns="219450">
            <a:noAutofit/>
          </a:bodyPr>
          <a:lstStyle>
            <a:lvl1pPr lvl="0" algn="ct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9"/>
          <p:cNvSpPr txBox="1"/>
          <p:nvPr>
            <p:ph idx="12" type="sldNum"/>
          </p:nvPr>
        </p:nvSpPr>
        <p:spPr>
          <a:xfrm>
            <a:off x="31454725" y="29992638"/>
            <a:ext cx="9144000" cy="2193925"/>
          </a:xfrm>
          <a:prstGeom prst="rect">
            <a:avLst/>
          </a:prstGeom>
          <a:noFill/>
          <a:ln>
            <a:noFill/>
          </a:ln>
        </p:spPr>
        <p:txBody>
          <a:bodyPr anchorCtr="0" anchor="t" bIns="219450" lIns="438900" spcFirstLastPara="1" rIns="438900" wrap="square" tIns="219450">
            <a:noAutofit/>
          </a:bodyPr>
          <a:lstStyle>
            <a:lvl1pPr indent="0" lvl="0"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1pPr>
            <a:lvl2pPr indent="0" lvl="1"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2pPr>
            <a:lvl3pPr indent="0" lvl="2"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3pPr>
            <a:lvl4pPr indent="0" lvl="3"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4pPr>
            <a:lvl5pPr indent="0" lvl="4"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5pPr>
            <a:lvl6pPr indent="0" lvl="5"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6pPr>
            <a:lvl7pPr indent="0" lvl="6"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7pPr>
            <a:lvl8pPr indent="0" lvl="7"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8pPr>
            <a:lvl9pPr indent="0" lvl="8"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0"/>
          <p:cNvSpPr txBox="1"/>
          <p:nvPr>
            <p:ph type="title"/>
          </p:nvPr>
        </p:nvSpPr>
        <p:spPr>
          <a:xfrm>
            <a:off x="2193925" y="1311275"/>
            <a:ext cx="14439900" cy="5576888"/>
          </a:xfrm>
          <a:prstGeom prst="rect">
            <a:avLst/>
          </a:prstGeom>
          <a:noFill/>
          <a:ln>
            <a:noFill/>
          </a:ln>
        </p:spPr>
        <p:txBody>
          <a:bodyPr anchorCtr="0" anchor="b" bIns="219450" lIns="438900" spcFirstLastPara="1" rIns="438900" wrap="square" tIns="21945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6" name="Google Shape;56;p10"/>
          <p:cNvSpPr txBox="1"/>
          <p:nvPr>
            <p:ph idx="1" type="body"/>
          </p:nvPr>
        </p:nvSpPr>
        <p:spPr>
          <a:xfrm>
            <a:off x="17160875" y="1311275"/>
            <a:ext cx="24536399" cy="28093989"/>
          </a:xfrm>
          <a:prstGeom prst="rect">
            <a:avLst/>
          </a:prstGeom>
          <a:noFill/>
          <a:ln>
            <a:noFill/>
          </a:ln>
        </p:spPr>
        <p:txBody>
          <a:bodyPr anchorCtr="0" anchor="t" bIns="219450" lIns="438900" spcFirstLastPara="1" rIns="438900" wrap="square" tIns="219450">
            <a:noAutofit/>
          </a:bodyPr>
          <a:lstStyle>
            <a:lvl1pPr indent="-431800" lvl="0" marL="457200" algn="l">
              <a:lnSpc>
                <a:spcPct val="100000"/>
              </a:lnSpc>
              <a:spcBef>
                <a:spcPts val="640"/>
              </a:spcBef>
              <a:spcAft>
                <a:spcPts val="0"/>
              </a:spcAft>
              <a:buClr>
                <a:schemeClr val="dk1"/>
              </a:buClr>
              <a:buSzPts val="3200"/>
              <a:buFont typeface="Times"/>
              <a:buChar char="•"/>
              <a:defRPr sz="3200"/>
            </a:lvl1pPr>
            <a:lvl2pPr indent="-406400" lvl="1" marL="914400" algn="l">
              <a:lnSpc>
                <a:spcPct val="100000"/>
              </a:lnSpc>
              <a:spcBef>
                <a:spcPts val="560"/>
              </a:spcBef>
              <a:spcAft>
                <a:spcPts val="0"/>
              </a:spcAft>
              <a:buClr>
                <a:schemeClr val="dk1"/>
              </a:buClr>
              <a:buSzPts val="2800"/>
              <a:buFont typeface="Times"/>
              <a:buChar char="–"/>
              <a:defRPr sz="2800"/>
            </a:lvl2pPr>
            <a:lvl3pPr indent="-381000" lvl="2" marL="1371600" algn="l">
              <a:lnSpc>
                <a:spcPct val="100000"/>
              </a:lnSpc>
              <a:spcBef>
                <a:spcPts val="480"/>
              </a:spcBef>
              <a:spcAft>
                <a:spcPts val="0"/>
              </a:spcAft>
              <a:buClr>
                <a:schemeClr val="dk1"/>
              </a:buClr>
              <a:buSzPts val="2400"/>
              <a:buFont typeface="Times"/>
              <a:buChar char="•"/>
              <a:defRPr sz="2400"/>
            </a:lvl3pPr>
            <a:lvl4pPr indent="-355600" lvl="3" marL="1828800" algn="l">
              <a:lnSpc>
                <a:spcPct val="100000"/>
              </a:lnSpc>
              <a:spcBef>
                <a:spcPts val="400"/>
              </a:spcBef>
              <a:spcAft>
                <a:spcPts val="0"/>
              </a:spcAft>
              <a:buClr>
                <a:schemeClr val="dk1"/>
              </a:buClr>
              <a:buSzPts val="2000"/>
              <a:buFont typeface="Times"/>
              <a:buChar char="–"/>
              <a:defRPr sz="2000"/>
            </a:lvl4pPr>
            <a:lvl5pPr indent="-355600" lvl="4" marL="2286000" algn="l">
              <a:lnSpc>
                <a:spcPct val="100000"/>
              </a:lnSpc>
              <a:spcBef>
                <a:spcPts val="400"/>
              </a:spcBef>
              <a:spcAft>
                <a:spcPts val="0"/>
              </a:spcAft>
              <a:buClr>
                <a:schemeClr val="dk1"/>
              </a:buClr>
              <a:buSzPts val="2000"/>
              <a:buFont typeface="Times"/>
              <a:buChar char="»"/>
              <a:defRPr sz="2000"/>
            </a:lvl5pPr>
            <a:lvl6pPr indent="-355600" lvl="5" marL="2743200" algn="l">
              <a:lnSpc>
                <a:spcPct val="100000"/>
              </a:lnSpc>
              <a:spcBef>
                <a:spcPts val="400"/>
              </a:spcBef>
              <a:spcAft>
                <a:spcPts val="0"/>
              </a:spcAft>
              <a:buClr>
                <a:schemeClr val="dk1"/>
              </a:buClr>
              <a:buSzPts val="2000"/>
              <a:buFont typeface="Times"/>
              <a:buChar char="»"/>
              <a:defRPr sz="2000"/>
            </a:lvl6pPr>
            <a:lvl7pPr indent="-355600" lvl="6" marL="3200400" algn="l">
              <a:lnSpc>
                <a:spcPct val="100000"/>
              </a:lnSpc>
              <a:spcBef>
                <a:spcPts val="400"/>
              </a:spcBef>
              <a:spcAft>
                <a:spcPts val="0"/>
              </a:spcAft>
              <a:buClr>
                <a:schemeClr val="dk1"/>
              </a:buClr>
              <a:buSzPts val="2000"/>
              <a:buFont typeface="Times"/>
              <a:buChar char="»"/>
              <a:defRPr sz="2000"/>
            </a:lvl7pPr>
            <a:lvl8pPr indent="-355600" lvl="7" marL="3657600" algn="l">
              <a:lnSpc>
                <a:spcPct val="100000"/>
              </a:lnSpc>
              <a:spcBef>
                <a:spcPts val="400"/>
              </a:spcBef>
              <a:spcAft>
                <a:spcPts val="0"/>
              </a:spcAft>
              <a:buClr>
                <a:schemeClr val="dk1"/>
              </a:buClr>
              <a:buSzPts val="2000"/>
              <a:buFont typeface="Times"/>
              <a:buChar char="»"/>
              <a:defRPr sz="2000"/>
            </a:lvl8pPr>
            <a:lvl9pPr indent="-355600" lvl="8" marL="4114800" algn="l">
              <a:lnSpc>
                <a:spcPct val="100000"/>
              </a:lnSpc>
              <a:spcBef>
                <a:spcPts val="400"/>
              </a:spcBef>
              <a:spcAft>
                <a:spcPts val="0"/>
              </a:spcAft>
              <a:buClr>
                <a:schemeClr val="dk1"/>
              </a:buClr>
              <a:buSzPts val="2000"/>
              <a:buFont typeface="Times"/>
              <a:buChar char="»"/>
              <a:defRPr sz="2000"/>
            </a:lvl9pPr>
          </a:lstStyle>
          <a:p/>
        </p:txBody>
      </p:sp>
      <p:sp>
        <p:nvSpPr>
          <p:cNvPr id="57" name="Google Shape;57;p10"/>
          <p:cNvSpPr txBox="1"/>
          <p:nvPr>
            <p:ph idx="2" type="body"/>
          </p:nvPr>
        </p:nvSpPr>
        <p:spPr>
          <a:xfrm>
            <a:off x="2193925" y="6888163"/>
            <a:ext cx="14439900" cy="22517100"/>
          </a:xfrm>
          <a:prstGeom prst="rect">
            <a:avLst/>
          </a:prstGeom>
          <a:noFill/>
          <a:ln>
            <a:noFill/>
          </a:ln>
        </p:spPr>
        <p:txBody>
          <a:bodyPr anchorCtr="0" anchor="t" bIns="219450" lIns="438900" spcFirstLastPara="1" rIns="438900" wrap="square" tIns="219450">
            <a:noAutofit/>
          </a:bodyPr>
          <a:lstStyle>
            <a:lvl1pPr indent="-228600" lvl="0" marL="457200" algn="l">
              <a:lnSpc>
                <a:spcPct val="100000"/>
              </a:lnSpc>
              <a:spcBef>
                <a:spcPts val="280"/>
              </a:spcBef>
              <a:spcAft>
                <a:spcPts val="0"/>
              </a:spcAft>
              <a:buClr>
                <a:schemeClr val="dk1"/>
              </a:buClr>
              <a:buSzPts val="1400"/>
              <a:buFont typeface="Times"/>
              <a:buNone/>
              <a:defRPr sz="1400"/>
            </a:lvl1pPr>
            <a:lvl2pPr indent="-228600" lvl="1" marL="914400" algn="l">
              <a:lnSpc>
                <a:spcPct val="100000"/>
              </a:lnSpc>
              <a:spcBef>
                <a:spcPts val="240"/>
              </a:spcBef>
              <a:spcAft>
                <a:spcPts val="0"/>
              </a:spcAft>
              <a:buClr>
                <a:schemeClr val="dk1"/>
              </a:buClr>
              <a:buSzPts val="1200"/>
              <a:buFont typeface="Times"/>
              <a:buNone/>
              <a:defRPr sz="1200"/>
            </a:lvl2pPr>
            <a:lvl3pPr indent="-228600" lvl="2" marL="1371600" algn="l">
              <a:lnSpc>
                <a:spcPct val="100000"/>
              </a:lnSpc>
              <a:spcBef>
                <a:spcPts val="200"/>
              </a:spcBef>
              <a:spcAft>
                <a:spcPts val="0"/>
              </a:spcAft>
              <a:buClr>
                <a:schemeClr val="dk1"/>
              </a:buClr>
              <a:buSzPts val="1000"/>
              <a:buFont typeface="Times"/>
              <a:buNone/>
              <a:defRPr sz="1000"/>
            </a:lvl3pPr>
            <a:lvl4pPr indent="-228600" lvl="3" marL="1828800" algn="l">
              <a:lnSpc>
                <a:spcPct val="100000"/>
              </a:lnSpc>
              <a:spcBef>
                <a:spcPts val="180"/>
              </a:spcBef>
              <a:spcAft>
                <a:spcPts val="0"/>
              </a:spcAft>
              <a:buClr>
                <a:schemeClr val="dk1"/>
              </a:buClr>
              <a:buSzPts val="900"/>
              <a:buFont typeface="Times"/>
              <a:buNone/>
              <a:defRPr sz="900"/>
            </a:lvl4pPr>
            <a:lvl5pPr indent="-228600" lvl="4" marL="2286000" algn="l">
              <a:lnSpc>
                <a:spcPct val="100000"/>
              </a:lnSpc>
              <a:spcBef>
                <a:spcPts val="180"/>
              </a:spcBef>
              <a:spcAft>
                <a:spcPts val="0"/>
              </a:spcAft>
              <a:buClr>
                <a:schemeClr val="dk1"/>
              </a:buClr>
              <a:buSzPts val="900"/>
              <a:buFont typeface="Times"/>
              <a:buNone/>
              <a:defRPr sz="900"/>
            </a:lvl5pPr>
            <a:lvl6pPr indent="-228600" lvl="5" marL="2743200" algn="l">
              <a:lnSpc>
                <a:spcPct val="100000"/>
              </a:lnSpc>
              <a:spcBef>
                <a:spcPts val="180"/>
              </a:spcBef>
              <a:spcAft>
                <a:spcPts val="0"/>
              </a:spcAft>
              <a:buClr>
                <a:schemeClr val="dk1"/>
              </a:buClr>
              <a:buSzPts val="900"/>
              <a:buFont typeface="Times"/>
              <a:buNone/>
              <a:defRPr sz="900"/>
            </a:lvl6pPr>
            <a:lvl7pPr indent="-228600" lvl="6" marL="3200400" algn="l">
              <a:lnSpc>
                <a:spcPct val="100000"/>
              </a:lnSpc>
              <a:spcBef>
                <a:spcPts val="180"/>
              </a:spcBef>
              <a:spcAft>
                <a:spcPts val="0"/>
              </a:spcAft>
              <a:buClr>
                <a:schemeClr val="dk1"/>
              </a:buClr>
              <a:buSzPts val="900"/>
              <a:buFont typeface="Times"/>
              <a:buNone/>
              <a:defRPr sz="900"/>
            </a:lvl7pPr>
            <a:lvl8pPr indent="-228600" lvl="7" marL="3657600" algn="l">
              <a:lnSpc>
                <a:spcPct val="100000"/>
              </a:lnSpc>
              <a:spcBef>
                <a:spcPts val="180"/>
              </a:spcBef>
              <a:spcAft>
                <a:spcPts val="0"/>
              </a:spcAft>
              <a:buClr>
                <a:schemeClr val="dk1"/>
              </a:buClr>
              <a:buSzPts val="900"/>
              <a:buFont typeface="Times"/>
              <a:buNone/>
              <a:defRPr sz="900"/>
            </a:lvl8pPr>
            <a:lvl9pPr indent="-228600" lvl="8" marL="4114800" algn="l">
              <a:lnSpc>
                <a:spcPct val="100000"/>
              </a:lnSpc>
              <a:spcBef>
                <a:spcPts val="180"/>
              </a:spcBef>
              <a:spcAft>
                <a:spcPts val="0"/>
              </a:spcAft>
              <a:buClr>
                <a:schemeClr val="dk1"/>
              </a:buClr>
              <a:buSzPts val="900"/>
              <a:buFont typeface="Times"/>
              <a:buNone/>
              <a:defRPr sz="900"/>
            </a:lvl9pPr>
          </a:lstStyle>
          <a:p/>
        </p:txBody>
      </p:sp>
      <p:sp>
        <p:nvSpPr>
          <p:cNvPr id="58" name="Google Shape;58;p10"/>
          <p:cNvSpPr txBox="1"/>
          <p:nvPr>
            <p:ph idx="10" type="dt"/>
          </p:nvPr>
        </p:nvSpPr>
        <p:spPr>
          <a:xfrm>
            <a:off x="3292475" y="29992638"/>
            <a:ext cx="9144000" cy="2193925"/>
          </a:xfrm>
          <a:prstGeom prst="rect">
            <a:avLst/>
          </a:prstGeom>
          <a:noFill/>
          <a:ln>
            <a:noFill/>
          </a:ln>
        </p:spPr>
        <p:txBody>
          <a:bodyPr anchorCtr="0" anchor="t" bIns="219450" lIns="438900" spcFirstLastPara="1" rIns="438900" wrap="square" tIns="219450">
            <a:noAutofit/>
          </a:bodyPr>
          <a:lstStyle>
            <a:lvl1pPr lvl="0" algn="l">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0"/>
          <p:cNvSpPr txBox="1"/>
          <p:nvPr>
            <p:ph idx="11" type="ftr"/>
          </p:nvPr>
        </p:nvSpPr>
        <p:spPr>
          <a:xfrm>
            <a:off x="14995525" y="29992638"/>
            <a:ext cx="13900150" cy="2193925"/>
          </a:xfrm>
          <a:prstGeom prst="rect">
            <a:avLst/>
          </a:prstGeom>
          <a:noFill/>
          <a:ln>
            <a:noFill/>
          </a:ln>
        </p:spPr>
        <p:txBody>
          <a:bodyPr anchorCtr="0" anchor="t" bIns="219450" lIns="438900" spcFirstLastPara="1" rIns="438900" wrap="square" tIns="219450">
            <a:noAutofit/>
          </a:bodyPr>
          <a:lstStyle>
            <a:lvl1pPr lvl="0" algn="ct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0"/>
          <p:cNvSpPr txBox="1"/>
          <p:nvPr>
            <p:ph idx="12" type="sldNum"/>
          </p:nvPr>
        </p:nvSpPr>
        <p:spPr>
          <a:xfrm>
            <a:off x="31454725" y="29992638"/>
            <a:ext cx="9144000" cy="2193925"/>
          </a:xfrm>
          <a:prstGeom prst="rect">
            <a:avLst/>
          </a:prstGeom>
          <a:noFill/>
          <a:ln>
            <a:noFill/>
          </a:ln>
        </p:spPr>
        <p:txBody>
          <a:bodyPr anchorCtr="0" anchor="t" bIns="219450" lIns="438900" spcFirstLastPara="1" rIns="438900" wrap="square" tIns="219450">
            <a:noAutofit/>
          </a:bodyPr>
          <a:lstStyle>
            <a:lvl1pPr indent="0" lvl="0"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1pPr>
            <a:lvl2pPr indent="0" lvl="1"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2pPr>
            <a:lvl3pPr indent="0" lvl="2"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3pPr>
            <a:lvl4pPr indent="0" lvl="3"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4pPr>
            <a:lvl5pPr indent="0" lvl="4"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5pPr>
            <a:lvl6pPr indent="0" lvl="5"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6pPr>
            <a:lvl7pPr indent="0" lvl="6"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7pPr>
            <a:lvl8pPr indent="0" lvl="7"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8pPr>
            <a:lvl9pPr indent="0" lvl="8"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1"/>
          <p:cNvSpPr txBox="1"/>
          <p:nvPr>
            <p:ph type="title"/>
          </p:nvPr>
        </p:nvSpPr>
        <p:spPr>
          <a:xfrm>
            <a:off x="8602663" y="23042563"/>
            <a:ext cx="26335038" cy="2720975"/>
          </a:xfrm>
          <a:prstGeom prst="rect">
            <a:avLst/>
          </a:prstGeom>
          <a:noFill/>
          <a:ln>
            <a:noFill/>
          </a:ln>
        </p:spPr>
        <p:txBody>
          <a:bodyPr anchorCtr="0" anchor="b" bIns="219450" lIns="438900" spcFirstLastPara="1" rIns="438900" wrap="square" tIns="21945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3" name="Google Shape;63;p11"/>
          <p:cNvSpPr/>
          <p:nvPr>
            <p:ph idx="2" type="pic"/>
          </p:nvPr>
        </p:nvSpPr>
        <p:spPr>
          <a:xfrm>
            <a:off x="8602663" y="2941638"/>
            <a:ext cx="26335038" cy="19750086"/>
          </a:xfrm>
          <a:prstGeom prst="rect">
            <a:avLst/>
          </a:prstGeom>
          <a:noFill/>
          <a:ln>
            <a:noFill/>
          </a:ln>
        </p:spPr>
      </p:sp>
      <p:sp>
        <p:nvSpPr>
          <p:cNvPr id="64" name="Google Shape;64;p11"/>
          <p:cNvSpPr txBox="1"/>
          <p:nvPr>
            <p:ph idx="1" type="body"/>
          </p:nvPr>
        </p:nvSpPr>
        <p:spPr>
          <a:xfrm>
            <a:off x="8602663" y="25763538"/>
            <a:ext cx="26335038" cy="3862387"/>
          </a:xfrm>
          <a:prstGeom prst="rect">
            <a:avLst/>
          </a:prstGeom>
          <a:noFill/>
          <a:ln>
            <a:noFill/>
          </a:ln>
        </p:spPr>
        <p:txBody>
          <a:bodyPr anchorCtr="0" anchor="t" bIns="219450" lIns="438900" spcFirstLastPara="1" rIns="438900" wrap="square" tIns="219450">
            <a:noAutofit/>
          </a:bodyPr>
          <a:lstStyle>
            <a:lvl1pPr indent="-228600" lvl="0" marL="457200" algn="l">
              <a:lnSpc>
                <a:spcPct val="100000"/>
              </a:lnSpc>
              <a:spcBef>
                <a:spcPts val="280"/>
              </a:spcBef>
              <a:spcAft>
                <a:spcPts val="0"/>
              </a:spcAft>
              <a:buClr>
                <a:schemeClr val="dk1"/>
              </a:buClr>
              <a:buSzPts val="1400"/>
              <a:buFont typeface="Times"/>
              <a:buNone/>
              <a:defRPr sz="1400"/>
            </a:lvl1pPr>
            <a:lvl2pPr indent="-228600" lvl="1" marL="914400" algn="l">
              <a:lnSpc>
                <a:spcPct val="100000"/>
              </a:lnSpc>
              <a:spcBef>
                <a:spcPts val="240"/>
              </a:spcBef>
              <a:spcAft>
                <a:spcPts val="0"/>
              </a:spcAft>
              <a:buClr>
                <a:schemeClr val="dk1"/>
              </a:buClr>
              <a:buSzPts val="1200"/>
              <a:buFont typeface="Times"/>
              <a:buNone/>
              <a:defRPr sz="1200"/>
            </a:lvl2pPr>
            <a:lvl3pPr indent="-228600" lvl="2" marL="1371600" algn="l">
              <a:lnSpc>
                <a:spcPct val="100000"/>
              </a:lnSpc>
              <a:spcBef>
                <a:spcPts val="200"/>
              </a:spcBef>
              <a:spcAft>
                <a:spcPts val="0"/>
              </a:spcAft>
              <a:buClr>
                <a:schemeClr val="dk1"/>
              </a:buClr>
              <a:buSzPts val="1000"/>
              <a:buFont typeface="Times"/>
              <a:buNone/>
              <a:defRPr sz="1000"/>
            </a:lvl3pPr>
            <a:lvl4pPr indent="-228600" lvl="3" marL="1828800" algn="l">
              <a:lnSpc>
                <a:spcPct val="100000"/>
              </a:lnSpc>
              <a:spcBef>
                <a:spcPts val="180"/>
              </a:spcBef>
              <a:spcAft>
                <a:spcPts val="0"/>
              </a:spcAft>
              <a:buClr>
                <a:schemeClr val="dk1"/>
              </a:buClr>
              <a:buSzPts val="900"/>
              <a:buFont typeface="Times"/>
              <a:buNone/>
              <a:defRPr sz="900"/>
            </a:lvl4pPr>
            <a:lvl5pPr indent="-228600" lvl="4" marL="2286000" algn="l">
              <a:lnSpc>
                <a:spcPct val="100000"/>
              </a:lnSpc>
              <a:spcBef>
                <a:spcPts val="180"/>
              </a:spcBef>
              <a:spcAft>
                <a:spcPts val="0"/>
              </a:spcAft>
              <a:buClr>
                <a:schemeClr val="dk1"/>
              </a:buClr>
              <a:buSzPts val="900"/>
              <a:buFont typeface="Times"/>
              <a:buNone/>
              <a:defRPr sz="900"/>
            </a:lvl5pPr>
            <a:lvl6pPr indent="-228600" lvl="5" marL="2743200" algn="l">
              <a:lnSpc>
                <a:spcPct val="100000"/>
              </a:lnSpc>
              <a:spcBef>
                <a:spcPts val="180"/>
              </a:spcBef>
              <a:spcAft>
                <a:spcPts val="0"/>
              </a:spcAft>
              <a:buClr>
                <a:schemeClr val="dk1"/>
              </a:buClr>
              <a:buSzPts val="900"/>
              <a:buFont typeface="Times"/>
              <a:buNone/>
              <a:defRPr sz="900"/>
            </a:lvl6pPr>
            <a:lvl7pPr indent="-228600" lvl="6" marL="3200400" algn="l">
              <a:lnSpc>
                <a:spcPct val="100000"/>
              </a:lnSpc>
              <a:spcBef>
                <a:spcPts val="180"/>
              </a:spcBef>
              <a:spcAft>
                <a:spcPts val="0"/>
              </a:spcAft>
              <a:buClr>
                <a:schemeClr val="dk1"/>
              </a:buClr>
              <a:buSzPts val="900"/>
              <a:buFont typeface="Times"/>
              <a:buNone/>
              <a:defRPr sz="900"/>
            </a:lvl7pPr>
            <a:lvl8pPr indent="-228600" lvl="7" marL="3657600" algn="l">
              <a:lnSpc>
                <a:spcPct val="100000"/>
              </a:lnSpc>
              <a:spcBef>
                <a:spcPts val="180"/>
              </a:spcBef>
              <a:spcAft>
                <a:spcPts val="0"/>
              </a:spcAft>
              <a:buClr>
                <a:schemeClr val="dk1"/>
              </a:buClr>
              <a:buSzPts val="900"/>
              <a:buFont typeface="Times"/>
              <a:buNone/>
              <a:defRPr sz="900"/>
            </a:lvl8pPr>
            <a:lvl9pPr indent="-228600" lvl="8" marL="4114800" algn="l">
              <a:lnSpc>
                <a:spcPct val="100000"/>
              </a:lnSpc>
              <a:spcBef>
                <a:spcPts val="180"/>
              </a:spcBef>
              <a:spcAft>
                <a:spcPts val="0"/>
              </a:spcAft>
              <a:buClr>
                <a:schemeClr val="dk1"/>
              </a:buClr>
              <a:buSzPts val="900"/>
              <a:buFont typeface="Times"/>
              <a:buNone/>
              <a:defRPr sz="900"/>
            </a:lvl9pPr>
          </a:lstStyle>
          <a:p/>
        </p:txBody>
      </p:sp>
      <p:sp>
        <p:nvSpPr>
          <p:cNvPr id="65" name="Google Shape;65;p11"/>
          <p:cNvSpPr txBox="1"/>
          <p:nvPr>
            <p:ph idx="10" type="dt"/>
          </p:nvPr>
        </p:nvSpPr>
        <p:spPr>
          <a:xfrm>
            <a:off x="3292475" y="29992638"/>
            <a:ext cx="9144000" cy="2193925"/>
          </a:xfrm>
          <a:prstGeom prst="rect">
            <a:avLst/>
          </a:prstGeom>
          <a:noFill/>
          <a:ln>
            <a:noFill/>
          </a:ln>
        </p:spPr>
        <p:txBody>
          <a:bodyPr anchorCtr="0" anchor="t" bIns="219450" lIns="438900" spcFirstLastPara="1" rIns="438900" wrap="square" tIns="219450">
            <a:noAutofit/>
          </a:bodyPr>
          <a:lstStyle>
            <a:lvl1pPr lvl="0" algn="l">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1"/>
          <p:cNvSpPr txBox="1"/>
          <p:nvPr>
            <p:ph idx="11" type="ftr"/>
          </p:nvPr>
        </p:nvSpPr>
        <p:spPr>
          <a:xfrm>
            <a:off x="14995525" y="29992638"/>
            <a:ext cx="13900150" cy="2193925"/>
          </a:xfrm>
          <a:prstGeom prst="rect">
            <a:avLst/>
          </a:prstGeom>
          <a:noFill/>
          <a:ln>
            <a:noFill/>
          </a:ln>
        </p:spPr>
        <p:txBody>
          <a:bodyPr anchorCtr="0" anchor="t" bIns="219450" lIns="438900" spcFirstLastPara="1" rIns="438900" wrap="square" tIns="219450">
            <a:noAutofit/>
          </a:bodyPr>
          <a:lstStyle>
            <a:lvl1pPr lvl="0" algn="ct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1"/>
          <p:cNvSpPr txBox="1"/>
          <p:nvPr>
            <p:ph idx="12" type="sldNum"/>
          </p:nvPr>
        </p:nvSpPr>
        <p:spPr>
          <a:xfrm>
            <a:off x="31454725" y="29992638"/>
            <a:ext cx="9144000" cy="2193925"/>
          </a:xfrm>
          <a:prstGeom prst="rect">
            <a:avLst/>
          </a:prstGeom>
          <a:noFill/>
          <a:ln>
            <a:noFill/>
          </a:ln>
        </p:spPr>
        <p:txBody>
          <a:bodyPr anchorCtr="0" anchor="t" bIns="219450" lIns="438900" spcFirstLastPara="1" rIns="438900" wrap="square" tIns="219450">
            <a:noAutofit/>
          </a:bodyPr>
          <a:lstStyle>
            <a:lvl1pPr indent="0" lvl="0"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1pPr>
            <a:lvl2pPr indent="0" lvl="1"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2pPr>
            <a:lvl3pPr indent="0" lvl="2"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3pPr>
            <a:lvl4pPr indent="0" lvl="3"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4pPr>
            <a:lvl5pPr indent="0" lvl="4"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5pPr>
            <a:lvl6pPr indent="0" lvl="5"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6pPr>
            <a:lvl7pPr indent="0" lvl="6"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7pPr>
            <a:lvl8pPr indent="0" lvl="7"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8pPr>
            <a:lvl9pPr indent="0" lvl="8"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2"/>
          <p:cNvSpPr txBox="1"/>
          <p:nvPr>
            <p:ph type="title"/>
          </p:nvPr>
        </p:nvSpPr>
        <p:spPr>
          <a:xfrm>
            <a:off x="3292475" y="2925763"/>
            <a:ext cx="37306249" cy="5486400"/>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0" name="Google Shape;70;p12"/>
          <p:cNvSpPr txBox="1"/>
          <p:nvPr>
            <p:ph idx="1" type="body"/>
          </p:nvPr>
        </p:nvSpPr>
        <p:spPr>
          <a:xfrm rot="5400000">
            <a:off x="12069763" y="731838"/>
            <a:ext cx="19751676" cy="37306249"/>
          </a:xfrm>
          <a:prstGeom prst="rect">
            <a:avLst/>
          </a:prstGeom>
          <a:noFill/>
          <a:ln>
            <a:noFill/>
          </a:ln>
        </p:spPr>
        <p:txBody>
          <a:bodyPr anchorCtr="0" anchor="t" bIns="219450" lIns="438900" spcFirstLastPara="1" rIns="438900" wrap="square" tIns="21945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2"/>
          <p:cNvSpPr txBox="1"/>
          <p:nvPr>
            <p:ph idx="10" type="dt"/>
          </p:nvPr>
        </p:nvSpPr>
        <p:spPr>
          <a:xfrm>
            <a:off x="3292475" y="29992638"/>
            <a:ext cx="9144000" cy="2193925"/>
          </a:xfrm>
          <a:prstGeom prst="rect">
            <a:avLst/>
          </a:prstGeom>
          <a:noFill/>
          <a:ln>
            <a:noFill/>
          </a:ln>
        </p:spPr>
        <p:txBody>
          <a:bodyPr anchorCtr="0" anchor="t" bIns="219450" lIns="438900" spcFirstLastPara="1" rIns="438900" wrap="square" tIns="219450">
            <a:noAutofit/>
          </a:bodyPr>
          <a:lstStyle>
            <a:lvl1pPr lvl="0" algn="l">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2"/>
          <p:cNvSpPr txBox="1"/>
          <p:nvPr>
            <p:ph idx="11" type="ftr"/>
          </p:nvPr>
        </p:nvSpPr>
        <p:spPr>
          <a:xfrm>
            <a:off x="14995525" y="29992638"/>
            <a:ext cx="13900150" cy="2193925"/>
          </a:xfrm>
          <a:prstGeom prst="rect">
            <a:avLst/>
          </a:prstGeom>
          <a:noFill/>
          <a:ln>
            <a:noFill/>
          </a:ln>
        </p:spPr>
        <p:txBody>
          <a:bodyPr anchorCtr="0" anchor="t" bIns="219450" lIns="438900" spcFirstLastPara="1" rIns="438900" wrap="square" tIns="219450">
            <a:noAutofit/>
          </a:bodyPr>
          <a:lstStyle>
            <a:lvl1pPr lvl="0" algn="ct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2"/>
          <p:cNvSpPr txBox="1"/>
          <p:nvPr>
            <p:ph idx="12" type="sldNum"/>
          </p:nvPr>
        </p:nvSpPr>
        <p:spPr>
          <a:xfrm>
            <a:off x="31454725" y="29992638"/>
            <a:ext cx="9144000" cy="2193925"/>
          </a:xfrm>
          <a:prstGeom prst="rect">
            <a:avLst/>
          </a:prstGeom>
          <a:noFill/>
          <a:ln>
            <a:noFill/>
          </a:ln>
        </p:spPr>
        <p:txBody>
          <a:bodyPr anchorCtr="0" anchor="t" bIns="219450" lIns="438900" spcFirstLastPara="1" rIns="438900" wrap="square" tIns="219450">
            <a:noAutofit/>
          </a:bodyPr>
          <a:lstStyle>
            <a:lvl1pPr indent="0" lvl="0"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1pPr>
            <a:lvl2pPr indent="0" lvl="1"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2pPr>
            <a:lvl3pPr indent="0" lvl="2"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3pPr>
            <a:lvl4pPr indent="0" lvl="3"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4pPr>
            <a:lvl5pPr indent="0" lvl="4"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5pPr>
            <a:lvl6pPr indent="0" lvl="5"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6pPr>
            <a:lvl7pPr indent="0" lvl="6"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7pPr>
            <a:lvl8pPr indent="0" lvl="7"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8pPr>
            <a:lvl9pPr indent="0" lvl="8"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3"/>
          <p:cNvSpPr txBox="1"/>
          <p:nvPr>
            <p:ph type="title"/>
          </p:nvPr>
        </p:nvSpPr>
        <p:spPr>
          <a:xfrm rot="5400000">
            <a:off x="22767925" y="11430001"/>
            <a:ext cx="26335038" cy="9326562"/>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 name="Google Shape;76;p13"/>
          <p:cNvSpPr txBox="1"/>
          <p:nvPr>
            <p:ph idx="1" type="body"/>
          </p:nvPr>
        </p:nvSpPr>
        <p:spPr>
          <a:xfrm rot="5400000">
            <a:off x="4038600" y="2179638"/>
            <a:ext cx="26335038" cy="27827288"/>
          </a:xfrm>
          <a:prstGeom prst="rect">
            <a:avLst/>
          </a:prstGeom>
          <a:noFill/>
          <a:ln>
            <a:noFill/>
          </a:ln>
        </p:spPr>
        <p:txBody>
          <a:bodyPr anchorCtr="0" anchor="t" bIns="219450" lIns="438900" spcFirstLastPara="1" rIns="438900" wrap="square" tIns="21945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3"/>
          <p:cNvSpPr txBox="1"/>
          <p:nvPr>
            <p:ph idx="10" type="dt"/>
          </p:nvPr>
        </p:nvSpPr>
        <p:spPr>
          <a:xfrm>
            <a:off x="3292475" y="29992638"/>
            <a:ext cx="9144000" cy="2193925"/>
          </a:xfrm>
          <a:prstGeom prst="rect">
            <a:avLst/>
          </a:prstGeom>
          <a:noFill/>
          <a:ln>
            <a:noFill/>
          </a:ln>
        </p:spPr>
        <p:txBody>
          <a:bodyPr anchorCtr="0" anchor="t" bIns="219450" lIns="438900" spcFirstLastPara="1" rIns="438900" wrap="square" tIns="219450">
            <a:noAutofit/>
          </a:bodyPr>
          <a:lstStyle>
            <a:lvl1pPr lvl="0" algn="l">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3"/>
          <p:cNvSpPr txBox="1"/>
          <p:nvPr>
            <p:ph idx="11" type="ftr"/>
          </p:nvPr>
        </p:nvSpPr>
        <p:spPr>
          <a:xfrm>
            <a:off x="14995525" y="29992638"/>
            <a:ext cx="13900150" cy="2193925"/>
          </a:xfrm>
          <a:prstGeom prst="rect">
            <a:avLst/>
          </a:prstGeom>
          <a:noFill/>
          <a:ln>
            <a:noFill/>
          </a:ln>
        </p:spPr>
        <p:txBody>
          <a:bodyPr anchorCtr="0" anchor="t" bIns="219450" lIns="438900" spcFirstLastPara="1" rIns="438900" wrap="square" tIns="219450">
            <a:noAutofit/>
          </a:bodyPr>
          <a:lstStyle>
            <a:lvl1pPr lvl="0" algn="ct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3"/>
          <p:cNvSpPr txBox="1"/>
          <p:nvPr>
            <p:ph idx="12" type="sldNum"/>
          </p:nvPr>
        </p:nvSpPr>
        <p:spPr>
          <a:xfrm>
            <a:off x="31454725" y="29992638"/>
            <a:ext cx="9144000" cy="2193925"/>
          </a:xfrm>
          <a:prstGeom prst="rect">
            <a:avLst/>
          </a:prstGeom>
          <a:noFill/>
          <a:ln>
            <a:noFill/>
          </a:ln>
        </p:spPr>
        <p:txBody>
          <a:bodyPr anchorCtr="0" anchor="t" bIns="219450" lIns="438900" spcFirstLastPara="1" rIns="438900" wrap="square" tIns="219450">
            <a:noAutofit/>
          </a:bodyPr>
          <a:lstStyle>
            <a:lvl1pPr indent="0" lvl="0"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1pPr>
            <a:lvl2pPr indent="0" lvl="1"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2pPr>
            <a:lvl3pPr indent="0" lvl="2"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3pPr>
            <a:lvl4pPr indent="0" lvl="3"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4pPr>
            <a:lvl5pPr indent="0" lvl="4"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5pPr>
            <a:lvl6pPr indent="0" lvl="5"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6pPr>
            <a:lvl7pPr indent="0" lvl="6"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7pPr>
            <a:lvl8pPr indent="0" lvl="7"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8pPr>
            <a:lvl9pPr indent="0" lvl="8" marL="0" marR="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3292475" y="2925763"/>
            <a:ext cx="37306249" cy="5486400"/>
          </a:xfrm>
          <a:prstGeom prst="rect">
            <a:avLst/>
          </a:prstGeom>
          <a:noFill/>
          <a:ln>
            <a:noFill/>
          </a:ln>
        </p:spPr>
        <p:txBody>
          <a:bodyPr anchorCtr="0" anchor="ctr" bIns="219450" lIns="438900" spcFirstLastPara="1" rIns="438900" wrap="square" tIns="219450">
            <a:noAutofit/>
          </a:bodyPr>
          <a:lstStyle>
            <a:lvl1pPr lvl="0" marR="0" rtl="0" algn="ctr">
              <a:lnSpc>
                <a:spcPct val="100000"/>
              </a:lnSpc>
              <a:spcBef>
                <a:spcPts val="0"/>
              </a:spcBef>
              <a:spcAft>
                <a:spcPts val="0"/>
              </a:spcAft>
              <a:buClr>
                <a:srgbClr val="000000"/>
              </a:buClr>
              <a:buSzPts val="1400"/>
              <a:buFont typeface="Arial"/>
              <a:buNone/>
              <a:defRPr b="0" i="0" sz="21100" u="none" cap="none" strike="noStrike">
                <a:solidFill>
                  <a:schemeClr val="dk2"/>
                </a:solidFill>
                <a:latin typeface="Times"/>
                <a:ea typeface="Times"/>
                <a:cs typeface="Times"/>
                <a:sym typeface="Times"/>
              </a:defRPr>
            </a:lvl1pPr>
            <a:lvl2pPr lvl="1" marR="0" rtl="0" algn="ctr">
              <a:lnSpc>
                <a:spcPct val="100000"/>
              </a:lnSpc>
              <a:spcBef>
                <a:spcPts val="0"/>
              </a:spcBef>
              <a:spcAft>
                <a:spcPts val="0"/>
              </a:spcAft>
              <a:buClr>
                <a:srgbClr val="000000"/>
              </a:buClr>
              <a:buSzPts val="1400"/>
              <a:buFont typeface="Arial"/>
              <a:buNone/>
              <a:defRPr b="0" i="0" sz="21100" u="none" cap="none" strike="noStrike">
                <a:solidFill>
                  <a:schemeClr val="dk2"/>
                </a:solidFill>
                <a:latin typeface="Times"/>
                <a:ea typeface="Times"/>
                <a:cs typeface="Times"/>
                <a:sym typeface="Times"/>
              </a:defRPr>
            </a:lvl2pPr>
            <a:lvl3pPr lvl="2" marR="0" rtl="0" algn="ctr">
              <a:lnSpc>
                <a:spcPct val="100000"/>
              </a:lnSpc>
              <a:spcBef>
                <a:spcPts val="0"/>
              </a:spcBef>
              <a:spcAft>
                <a:spcPts val="0"/>
              </a:spcAft>
              <a:buClr>
                <a:srgbClr val="000000"/>
              </a:buClr>
              <a:buSzPts val="1400"/>
              <a:buFont typeface="Arial"/>
              <a:buNone/>
              <a:defRPr b="0" i="0" sz="21100" u="none" cap="none" strike="noStrike">
                <a:solidFill>
                  <a:schemeClr val="dk2"/>
                </a:solidFill>
                <a:latin typeface="Times"/>
                <a:ea typeface="Times"/>
                <a:cs typeface="Times"/>
                <a:sym typeface="Times"/>
              </a:defRPr>
            </a:lvl3pPr>
            <a:lvl4pPr lvl="3" marR="0" rtl="0" algn="ctr">
              <a:lnSpc>
                <a:spcPct val="100000"/>
              </a:lnSpc>
              <a:spcBef>
                <a:spcPts val="0"/>
              </a:spcBef>
              <a:spcAft>
                <a:spcPts val="0"/>
              </a:spcAft>
              <a:buClr>
                <a:srgbClr val="000000"/>
              </a:buClr>
              <a:buSzPts val="1400"/>
              <a:buFont typeface="Arial"/>
              <a:buNone/>
              <a:defRPr b="0" i="0" sz="21100" u="none" cap="none" strike="noStrike">
                <a:solidFill>
                  <a:schemeClr val="dk2"/>
                </a:solidFill>
                <a:latin typeface="Times"/>
                <a:ea typeface="Times"/>
                <a:cs typeface="Times"/>
                <a:sym typeface="Times"/>
              </a:defRPr>
            </a:lvl4pPr>
            <a:lvl5pPr lvl="4" marR="0" rtl="0" algn="ctr">
              <a:lnSpc>
                <a:spcPct val="100000"/>
              </a:lnSpc>
              <a:spcBef>
                <a:spcPts val="0"/>
              </a:spcBef>
              <a:spcAft>
                <a:spcPts val="0"/>
              </a:spcAft>
              <a:buClr>
                <a:srgbClr val="000000"/>
              </a:buClr>
              <a:buSzPts val="1400"/>
              <a:buFont typeface="Arial"/>
              <a:buNone/>
              <a:defRPr b="0" i="0" sz="21100" u="none" cap="none" strike="noStrike">
                <a:solidFill>
                  <a:schemeClr val="dk2"/>
                </a:solidFill>
                <a:latin typeface="Times"/>
                <a:ea typeface="Times"/>
                <a:cs typeface="Times"/>
                <a:sym typeface="Times"/>
              </a:defRPr>
            </a:lvl5pPr>
            <a:lvl6pPr lvl="5" marR="0" rtl="0" algn="ctr">
              <a:lnSpc>
                <a:spcPct val="100000"/>
              </a:lnSpc>
              <a:spcBef>
                <a:spcPts val="0"/>
              </a:spcBef>
              <a:spcAft>
                <a:spcPts val="0"/>
              </a:spcAft>
              <a:buClr>
                <a:srgbClr val="000000"/>
              </a:buClr>
              <a:buSzPts val="1400"/>
              <a:buFont typeface="Arial"/>
              <a:buNone/>
              <a:defRPr b="0" i="0" sz="21100" u="none" cap="none" strike="noStrike">
                <a:solidFill>
                  <a:schemeClr val="dk2"/>
                </a:solidFill>
                <a:latin typeface="Times"/>
                <a:ea typeface="Times"/>
                <a:cs typeface="Times"/>
                <a:sym typeface="Times"/>
              </a:defRPr>
            </a:lvl6pPr>
            <a:lvl7pPr lvl="6" marR="0" rtl="0" algn="ctr">
              <a:lnSpc>
                <a:spcPct val="100000"/>
              </a:lnSpc>
              <a:spcBef>
                <a:spcPts val="0"/>
              </a:spcBef>
              <a:spcAft>
                <a:spcPts val="0"/>
              </a:spcAft>
              <a:buClr>
                <a:srgbClr val="000000"/>
              </a:buClr>
              <a:buSzPts val="1400"/>
              <a:buFont typeface="Arial"/>
              <a:buNone/>
              <a:defRPr b="0" i="0" sz="21100" u="none" cap="none" strike="noStrike">
                <a:solidFill>
                  <a:schemeClr val="dk2"/>
                </a:solidFill>
                <a:latin typeface="Times"/>
                <a:ea typeface="Times"/>
                <a:cs typeface="Times"/>
                <a:sym typeface="Times"/>
              </a:defRPr>
            </a:lvl7pPr>
            <a:lvl8pPr lvl="7" marR="0" rtl="0" algn="ctr">
              <a:lnSpc>
                <a:spcPct val="100000"/>
              </a:lnSpc>
              <a:spcBef>
                <a:spcPts val="0"/>
              </a:spcBef>
              <a:spcAft>
                <a:spcPts val="0"/>
              </a:spcAft>
              <a:buClr>
                <a:srgbClr val="000000"/>
              </a:buClr>
              <a:buSzPts val="1400"/>
              <a:buFont typeface="Arial"/>
              <a:buNone/>
              <a:defRPr b="0" i="0" sz="21100" u="none" cap="none" strike="noStrike">
                <a:solidFill>
                  <a:schemeClr val="dk2"/>
                </a:solidFill>
                <a:latin typeface="Times"/>
                <a:ea typeface="Times"/>
                <a:cs typeface="Times"/>
                <a:sym typeface="Times"/>
              </a:defRPr>
            </a:lvl8pPr>
            <a:lvl9pPr lvl="8" marR="0" rtl="0" algn="ctr">
              <a:lnSpc>
                <a:spcPct val="100000"/>
              </a:lnSpc>
              <a:spcBef>
                <a:spcPts val="0"/>
              </a:spcBef>
              <a:spcAft>
                <a:spcPts val="0"/>
              </a:spcAft>
              <a:buClr>
                <a:srgbClr val="000000"/>
              </a:buClr>
              <a:buSzPts val="1400"/>
              <a:buFont typeface="Arial"/>
              <a:buNone/>
              <a:defRPr b="0" i="0" sz="21100" u="none" cap="none" strike="noStrike">
                <a:solidFill>
                  <a:schemeClr val="dk2"/>
                </a:solidFill>
                <a:latin typeface="Times"/>
                <a:ea typeface="Times"/>
                <a:cs typeface="Times"/>
                <a:sym typeface="Times"/>
              </a:defRPr>
            </a:lvl9pPr>
          </a:lstStyle>
          <a:p/>
        </p:txBody>
      </p:sp>
      <p:sp>
        <p:nvSpPr>
          <p:cNvPr id="7" name="Google Shape;7;p2"/>
          <p:cNvSpPr txBox="1"/>
          <p:nvPr>
            <p:ph idx="1" type="body"/>
          </p:nvPr>
        </p:nvSpPr>
        <p:spPr>
          <a:xfrm>
            <a:off x="3292475" y="9509125"/>
            <a:ext cx="37306249" cy="19751676"/>
          </a:xfrm>
          <a:prstGeom prst="rect">
            <a:avLst/>
          </a:prstGeom>
          <a:noFill/>
          <a:ln>
            <a:noFill/>
          </a:ln>
        </p:spPr>
        <p:txBody>
          <a:bodyPr anchorCtr="0" anchor="t" bIns="219450" lIns="438900" spcFirstLastPara="1" rIns="438900" wrap="square" tIns="219450">
            <a:noAutofit/>
          </a:bodyPr>
          <a:lstStyle>
            <a:lvl1pPr indent="-1206500" lvl="0" marL="457200" marR="0" rtl="0" algn="l">
              <a:lnSpc>
                <a:spcPct val="100000"/>
              </a:lnSpc>
              <a:spcBef>
                <a:spcPts val="3080"/>
              </a:spcBef>
              <a:spcAft>
                <a:spcPts val="0"/>
              </a:spcAft>
              <a:buClr>
                <a:schemeClr val="dk1"/>
              </a:buClr>
              <a:buSzPts val="15400"/>
              <a:buFont typeface="Times"/>
              <a:buChar char="•"/>
              <a:defRPr b="0" i="0" sz="15400" u="none" cap="none" strike="noStrike">
                <a:solidFill>
                  <a:schemeClr val="dk1"/>
                </a:solidFill>
                <a:latin typeface="Times"/>
                <a:ea typeface="Times"/>
                <a:cs typeface="Times"/>
                <a:sym typeface="Times"/>
              </a:defRPr>
            </a:lvl1pPr>
            <a:lvl2pPr indent="-1079500" lvl="1" marL="914400" marR="0" rtl="0" algn="l">
              <a:lnSpc>
                <a:spcPct val="100000"/>
              </a:lnSpc>
              <a:spcBef>
                <a:spcPts val="2680"/>
              </a:spcBef>
              <a:spcAft>
                <a:spcPts val="0"/>
              </a:spcAft>
              <a:buClr>
                <a:schemeClr val="dk1"/>
              </a:buClr>
              <a:buSzPts val="13400"/>
              <a:buFont typeface="Times"/>
              <a:buChar char="–"/>
              <a:defRPr b="0" i="0" sz="13400" u="none" cap="none" strike="noStrike">
                <a:solidFill>
                  <a:schemeClr val="dk1"/>
                </a:solidFill>
                <a:latin typeface="Times"/>
                <a:ea typeface="Times"/>
                <a:cs typeface="Times"/>
                <a:sym typeface="Times"/>
              </a:defRPr>
            </a:lvl2pPr>
            <a:lvl3pPr indent="-958850" lvl="2" marL="1371600" marR="0" rtl="0" algn="l">
              <a:lnSpc>
                <a:spcPct val="100000"/>
              </a:lnSpc>
              <a:spcBef>
                <a:spcPts val="2300"/>
              </a:spcBef>
              <a:spcAft>
                <a:spcPts val="0"/>
              </a:spcAft>
              <a:buClr>
                <a:schemeClr val="dk1"/>
              </a:buClr>
              <a:buSzPts val="11500"/>
              <a:buFont typeface="Times"/>
              <a:buChar char="•"/>
              <a:defRPr b="0" i="0" sz="11500" u="none" cap="none" strike="noStrike">
                <a:solidFill>
                  <a:schemeClr val="dk1"/>
                </a:solidFill>
                <a:latin typeface="Times"/>
                <a:ea typeface="Times"/>
                <a:cs typeface="Times"/>
                <a:sym typeface="Times"/>
              </a:defRPr>
            </a:lvl3pPr>
            <a:lvl4pPr indent="-838200" lvl="3" marL="1828800" marR="0" rtl="0" algn="l">
              <a:lnSpc>
                <a:spcPct val="100000"/>
              </a:lnSpc>
              <a:spcBef>
                <a:spcPts val="1920"/>
              </a:spcBef>
              <a:spcAft>
                <a:spcPts val="0"/>
              </a:spcAft>
              <a:buClr>
                <a:schemeClr val="dk1"/>
              </a:buClr>
              <a:buSzPts val="9600"/>
              <a:buFont typeface="Times"/>
              <a:buChar char="–"/>
              <a:defRPr b="0" i="0" sz="9600" u="none" cap="none" strike="noStrike">
                <a:solidFill>
                  <a:schemeClr val="dk1"/>
                </a:solidFill>
                <a:latin typeface="Times"/>
                <a:ea typeface="Times"/>
                <a:cs typeface="Times"/>
                <a:sym typeface="Times"/>
              </a:defRPr>
            </a:lvl4pPr>
            <a:lvl5pPr indent="-838200" lvl="4" marL="2286000" marR="0" rtl="0" algn="l">
              <a:lnSpc>
                <a:spcPct val="100000"/>
              </a:lnSpc>
              <a:spcBef>
                <a:spcPts val="1920"/>
              </a:spcBef>
              <a:spcAft>
                <a:spcPts val="0"/>
              </a:spcAft>
              <a:buClr>
                <a:schemeClr val="dk1"/>
              </a:buClr>
              <a:buSzPts val="9600"/>
              <a:buFont typeface="Times"/>
              <a:buChar char="»"/>
              <a:defRPr b="0" i="0" sz="9600" u="none" cap="none" strike="noStrike">
                <a:solidFill>
                  <a:schemeClr val="dk1"/>
                </a:solidFill>
                <a:latin typeface="Times"/>
                <a:ea typeface="Times"/>
                <a:cs typeface="Times"/>
                <a:sym typeface="Times"/>
              </a:defRPr>
            </a:lvl5pPr>
            <a:lvl6pPr indent="-838200" lvl="5" marL="2743200" marR="0" rtl="0" algn="l">
              <a:lnSpc>
                <a:spcPct val="100000"/>
              </a:lnSpc>
              <a:spcBef>
                <a:spcPts val="1920"/>
              </a:spcBef>
              <a:spcAft>
                <a:spcPts val="0"/>
              </a:spcAft>
              <a:buClr>
                <a:schemeClr val="dk1"/>
              </a:buClr>
              <a:buSzPts val="9600"/>
              <a:buFont typeface="Times"/>
              <a:buChar char="»"/>
              <a:defRPr b="0" i="0" sz="9600" u="none" cap="none" strike="noStrike">
                <a:solidFill>
                  <a:schemeClr val="dk1"/>
                </a:solidFill>
                <a:latin typeface="Times"/>
                <a:ea typeface="Times"/>
                <a:cs typeface="Times"/>
                <a:sym typeface="Times"/>
              </a:defRPr>
            </a:lvl6pPr>
            <a:lvl7pPr indent="-838200" lvl="6" marL="3200400" marR="0" rtl="0" algn="l">
              <a:lnSpc>
                <a:spcPct val="100000"/>
              </a:lnSpc>
              <a:spcBef>
                <a:spcPts val="1920"/>
              </a:spcBef>
              <a:spcAft>
                <a:spcPts val="0"/>
              </a:spcAft>
              <a:buClr>
                <a:schemeClr val="dk1"/>
              </a:buClr>
              <a:buSzPts val="9600"/>
              <a:buFont typeface="Times"/>
              <a:buChar char="»"/>
              <a:defRPr b="0" i="0" sz="9600" u="none" cap="none" strike="noStrike">
                <a:solidFill>
                  <a:schemeClr val="dk1"/>
                </a:solidFill>
                <a:latin typeface="Times"/>
                <a:ea typeface="Times"/>
                <a:cs typeface="Times"/>
                <a:sym typeface="Times"/>
              </a:defRPr>
            </a:lvl7pPr>
            <a:lvl8pPr indent="-838200" lvl="7" marL="3657600" marR="0" rtl="0" algn="l">
              <a:lnSpc>
                <a:spcPct val="100000"/>
              </a:lnSpc>
              <a:spcBef>
                <a:spcPts val="1920"/>
              </a:spcBef>
              <a:spcAft>
                <a:spcPts val="0"/>
              </a:spcAft>
              <a:buClr>
                <a:schemeClr val="dk1"/>
              </a:buClr>
              <a:buSzPts val="9600"/>
              <a:buFont typeface="Times"/>
              <a:buChar char="»"/>
              <a:defRPr b="0" i="0" sz="9600" u="none" cap="none" strike="noStrike">
                <a:solidFill>
                  <a:schemeClr val="dk1"/>
                </a:solidFill>
                <a:latin typeface="Times"/>
                <a:ea typeface="Times"/>
                <a:cs typeface="Times"/>
                <a:sym typeface="Times"/>
              </a:defRPr>
            </a:lvl8pPr>
            <a:lvl9pPr indent="-838200" lvl="8" marL="4114800" marR="0" rtl="0" algn="l">
              <a:lnSpc>
                <a:spcPct val="100000"/>
              </a:lnSpc>
              <a:spcBef>
                <a:spcPts val="1920"/>
              </a:spcBef>
              <a:spcAft>
                <a:spcPts val="0"/>
              </a:spcAft>
              <a:buClr>
                <a:schemeClr val="dk1"/>
              </a:buClr>
              <a:buSzPts val="9600"/>
              <a:buFont typeface="Times"/>
              <a:buChar char="»"/>
              <a:defRPr b="0" i="0" sz="9600" u="none" cap="none" strike="noStrike">
                <a:solidFill>
                  <a:schemeClr val="dk1"/>
                </a:solidFill>
                <a:latin typeface="Times"/>
                <a:ea typeface="Times"/>
                <a:cs typeface="Times"/>
                <a:sym typeface="Times"/>
              </a:defRPr>
            </a:lvl9pPr>
          </a:lstStyle>
          <a:p/>
        </p:txBody>
      </p:sp>
      <p:sp>
        <p:nvSpPr>
          <p:cNvPr id="8" name="Google Shape;8;p2"/>
          <p:cNvSpPr txBox="1"/>
          <p:nvPr>
            <p:ph idx="10" type="dt"/>
          </p:nvPr>
        </p:nvSpPr>
        <p:spPr>
          <a:xfrm>
            <a:off x="3292475" y="29992638"/>
            <a:ext cx="9144000" cy="2193925"/>
          </a:xfrm>
          <a:prstGeom prst="rect">
            <a:avLst/>
          </a:prstGeom>
          <a:noFill/>
          <a:ln>
            <a:noFill/>
          </a:ln>
        </p:spPr>
        <p:txBody>
          <a:bodyPr anchorCtr="0" anchor="t" bIns="219450" lIns="438900" spcFirstLastPara="1" rIns="438900" wrap="square" tIns="219450">
            <a:noAutofit/>
          </a:bodyPr>
          <a:lstStyle>
            <a:lvl1pPr lvl="0" marR="0" rtl="0" algn="l">
              <a:lnSpc>
                <a:spcPct val="100000"/>
              </a:lnSpc>
              <a:spcBef>
                <a:spcPts val="0"/>
              </a:spcBef>
              <a:spcAft>
                <a:spcPts val="0"/>
              </a:spcAft>
              <a:buClr>
                <a:srgbClr val="000000"/>
              </a:buClr>
              <a:buSzPts val="1400"/>
              <a:buFont typeface="Arial"/>
              <a:buNone/>
              <a:defRPr b="0" i="0" sz="6700" u="none" cap="none" strike="noStrike">
                <a:solidFill>
                  <a:schemeClr val="dk1"/>
                </a:solidFill>
                <a:latin typeface="Times"/>
                <a:ea typeface="Times"/>
                <a:cs typeface="Times"/>
                <a:sym typeface="Times"/>
              </a:defRPr>
            </a:lvl1pPr>
            <a:lvl2pPr lvl="1" marR="0" rtl="0" algn="r">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2pPr>
            <a:lvl3pPr lvl="2" marR="0" rtl="0" algn="r">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3pPr>
            <a:lvl4pPr lvl="3" marR="0" rtl="0" algn="r">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4pPr>
            <a:lvl5pPr lvl="4" marR="0" rtl="0" algn="r">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9pPr>
          </a:lstStyle>
          <a:p/>
        </p:txBody>
      </p:sp>
      <p:sp>
        <p:nvSpPr>
          <p:cNvPr id="9" name="Google Shape;9;p2"/>
          <p:cNvSpPr txBox="1"/>
          <p:nvPr>
            <p:ph idx="11" type="ftr"/>
          </p:nvPr>
        </p:nvSpPr>
        <p:spPr>
          <a:xfrm>
            <a:off x="14995525" y="29992638"/>
            <a:ext cx="13900150" cy="2193925"/>
          </a:xfrm>
          <a:prstGeom prst="rect">
            <a:avLst/>
          </a:prstGeom>
          <a:noFill/>
          <a:ln>
            <a:noFill/>
          </a:ln>
        </p:spPr>
        <p:txBody>
          <a:bodyPr anchorCtr="0" anchor="t" bIns="219450" lIns="438900" spcFirstLastPara="1" rIns="438900" wrap="square" tIns="219450">
            <a:noAutofit/>
          </a:bodyPr>
          <a:lstStyle>
            <a:lvl1pPr lvl="0" marR="0" rtl="0" algn="ctr">
              <a:lnSpc>
                <a:spcPct val="100000"/>
              </a:lnSpc>
              <a:spcBef>
                <a:spcPts val="0"/>
              </a:spcBef>
              <a:spcAft>
                <a:spcPts val="0"/>
              </a:spcAft>
              <a:buClr>
                <a:srgbClr val="000000"/>
              </a:buClr>
              <a:buSzPts val="1400"/>
              <a:buFont typeface="Arial"/>
              <a:buNone/>
              <a:defRPr b="0" i="0" sz="6700" u="none" cap="none" strike="noStrike">
                <a:solidFill>
                  <a:schemeClr val="dk1"/>
                </a:solidFill>
                <a:latin typeface="Times"/>
                <a:ea typeface="Times"/>
                <a:cs typeface="Times"/>
                <a:sym typeface="Times"/>
              </a:defRPr>
            </a:lvl1pPr>
            <a:lvl2pPr lvl="1" marR="0" rtl="0" algn="r">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2pPr>
            <a:lvl3pPr lvl="2" marR="0" rtl="0" algn="r">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3pPr>
            <a:lvl4pPr lvl="3" marR="0" rtl="0" algn="r">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4pPr>
            <a:lvl5pPr lvl="4" marR="0" rtl="0" algn="r">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9pPr>
          </a:lstStyle>
          <a:p/>
        </p:txBody>
      </p:sp>
      <p:sp>
        <p:nvSpPr>
          <p:cNvPr id="10" name="Google Shape;10;p2"/>
          <p:cNvSpPr txBox="1"/>
          <p:nvPr>
            <p:ph idx="12" type="sldNum"/>
          </p:nvPr>
        </p:nvSpPr>
        <p:spPr>
          <a:xfrm>
            <a:off x="31454725" y="29992638"/>
            <a:ext cx="9144000" cy="2193925"/>
          </a:xfrm>
          <a:prstGeom prst="rect">
            <a:avLst/>
          </a:prstGeom>
          <a:noFill/>
          <a:ln>
            <a:noFill/>
          </a:ln>
        </p:spPr>
        <p:txBody>
          <a:bodyPr anchorCtr="0" anchor="t" bIns="219450" lIns="438900" spcFirstLastPara="1" rIns="438900" wrap="square" tIns="219450">
            <a:noAutofit/>
          </a:bodyPr>
          <a:lstStyle>
            <a:lvl1pPr indent="0" lvl="0" marL="0" marR="0" rtl="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1pPr>
            <a:lvl2pPr indent="0" lvl="1" marL="0" marR="0" rtl="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2pPr>
            <a:lvl3pPr indent="0" lvl="2" marL="0" marR="0" rtl="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3pPr>
            <a:lvl4pPr indent="0" lvl="3" marL="0" marR="0" rtl="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4pPr>
            <a:lvl5pPr indent="0" lvl="4" marL="0" marR="0" rtl="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5pPr>
            <a:lvl6pPr indent="0" lvl="5" marL="0" marR="0" rtl="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6pPr>
            <a:lvl7pPr indent="0" lvl="6" marL="0" marR="0" rtl="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7pPr>
            <a:lvl8pPr indent="0" lvl="7" marL="0" marR="0" rtl="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8pPr>
            <a:lvl9pPr indent="0" lvl="8" marL="0" marR="0" rtl="0" algn="r">
              <a:lnSpc>
                <a:spcPct val="100000"/>
              </a:lnSpc>
              <a:spcBef>
                <a:spcPts val="0"/>
              </a:spcBef>
              <a:spcAft>
                <a:spcPts val="0"/>
              </a:spcAft>
              <a:buClr>
                <a:srgbClr val="000000"/>
              </a:buClr>
              <a:buSzPts val="6700"/>
              <a:buFont typeface="Arial"/>
              <a:buNone/>
              <a:defRPr b="0" i="0" sz="6700" u="none" cap="none" strike="noStrike">
                <a:solidFill>
                  <a:schemeClr val="dk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2.jpg"/><Relationship Id="rId10" Type="http://schemas.openxmlformats.org/officeDocument/2006/relationships/image" Target="../media/image2.jpg"/><Relationship Id="rId13" Type="http://schemas.openxmlformats.org/officeDocument/2006/relationships/image" Target="../media/image5.jpg"/><Relationship Id="rId12" Type="http://schemas.openxmlformats.org/officeDocument/2006/relationships/image" Target="../media/image14.jp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png"/><Relationship Id="rId9" Type="http://schemas.openxmlformats.org/officeDocument/2006/relationships/image" Target="../media/image4.jpg"/><Relationship Id="rId15" Type="http://schemas.openxmlformats.org/officeDocument/2006/relationships/image" Target="../media/image15.jpg"/><Relationship Id="rId14" Type="http://schemas.openxmlformats.org/officeDocument/2006/relationships/image" Target="../media/image13.jpg"/><Relationship Id="rId17" Type="http://schemas.openxmlformats.org/officeDocument/2006/relationships/image" Target="../media/image7.jpg"/><Relationship Id="rId16" Type="http://schemas.openxmlformats.org/officeDocument/2006/relationships/image" Target="../media/image6.jpg"/><Relationship Id="rId5" Type="http://schemas.openxmlformats.org/officeDocument/2006/relationships/image" Target="../media/image10.png"/><Relationship Id="rId6" Type="http://schemas.openxmlformats.org/officeDocument/2006/relationships/image" Target="../media/image9.png"/><Relationship Id="rId7" Type="http://schemas.openxmlformats.org/officeDocument/2006/relationships/image" Target="../media/image3.png"/><Relationship Id="rId8"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43891200" cy="32918400"/>
          </a:xfrm>
          <a:prstGeom prst="rect">
            <a:avLst/>
          </a:prstGeom>
          <a:solidFill>
            <a:srgbClr val="4737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a:ea typeface="Times"/>
              <a:cs typeface="Times"/>
              <a:sym typeface="Times"/>
            </a:endParaRPr>
          </a:p>
        </p:txBody>
      </p:sp>
      <p:sp>
        <p:nvSpPr>
          <p:cNvPr id="85" name="Google Shape;85;p1"/>
          <p:cNvSpPr/>
          <p:nvPr/>
        </p:nvSpPr>
        <p:spPr>
          <a:xfrm>
            <a:off x="464343" y="4648200"/>
            <a:ext cx="42962400" cy="2696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a:ea typeface="Times"/>
                <a:cs typeface="Times"/>
                <a:sym typeface="Times"/>
              </a:rPr>
              <a:t>          </a:t>
            </a:r>
            <a:endParaRPr b="0" i="0" sz="1400" u="none" cap="none" strike="noStrike">
              <a:solidFill>
                <a:srgbClr val="000000"/>
              </a:solidFill>
              <a:latin typeface="Arial"/>
              <a:ea typeface="Arial"/>
              <a:cs typeface="Arial"/>
              <a:sym typeface="Arial"/>
            </a:endParaRPr>
          </a:p>
        </p:txBody>
      </p:sp>
      <p:pic>
        <p:nvPicPr>
          <p:cNvPr descr="4x3_ACU Interlock 3-D#9DF43.eps                                00089D59Creative Services              C3A91501:" id="86" name="Google Shape;86;p1"/>
          <p:cNvPicPr preferRelativeResize="0"/>
          <p:nvPr/>
        </p:nvPicPr>
        <p:blipFill rotWithShape="1">
          <a:blip r:embed="rId3">
            <a:alphaModFix/>
          </a:blip>
          <a:srcRect b="0" l="0" r="0" t="0"/>
          <a:stretch/>
        </p:blipFill>
        <p:spPr>
          <a:xfrm>
            <a:off x="2086688" y="514125"/>
            <a:ext cx="4927600" cy="3425825"/>
          </a:xfrm>
          <a:prstGeom prst="rect">
            <a:avLst/>
          </a:prstGeom>
          <a:noFill/>
          <a:ln>
            <a:noFill/>
          </a:ln>
        </p:spPr>
      </p:pic>
      <p:pic>
        <p:nvPicPr>
          <p:cNvPr descr="ACU Text_White_C Stack.eps                                     0009DED3Creative Services              C3A91501:" id="87" name="Google Shape;87;p1"/>
          <p:cNvPicPr preferRelativeResize="0"/>
          <p:nvPr/>
        </p:nvPicPr>
        <p:blipFill rotWithShape="1">
          <a:blip r:embed="rId4">
            <a:alphaModFix/>
          </a:blip>
          <a:srcRect b="0" l="0" r="0" t="0"/>
          <a:stretch/>
        </p:blipFill>
        <p:spPr>
          <a:xfrm>
            <a:off x="38023800" y="684213"/>
            <a:ext cx="5000625" cy="2279650"/>
          </a:xfrm>
          <a:prstGeom prst="rect">
            <a:avLst/>
          </a:prstGeom>
          <a:noFill/>
          <a:ln>
            <a:noFill/>
          </a:ln>
        </p:spPr>
      </p:pic>
      <p:sp>
        <p:nvSpPr>
          <p:cNvPr id="88" name="Google Shape;88;p1"/>
          <p:cNvSpPr txBox="1"/>
          <p:nvPr/>
        </p:nvSpPr>
        <p:spPr>
          <a:xfrm>
            <a:off x="9531300" y="684225"/>
            <a:ext cx="24828600" cy="3427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0"/>
              <a:buFont typeface="Arial"/>
              <a:buNone/>
            </a:pPr>
            <a:r>
              <a:rPr lang="en-US" sz="8000">
                <a:solidFill>
                  <a:schemeClr val="lt1"/>
                </a:solidFill>
                <a:latin typeface="Helvetica Neue"/>
                <a:ea typeface="Helvetica Neue"/>
                <a:cs typeface="Helvetica Neue"/>
                <a:sym typeface="Helvetica Neue"/>
              </a:rPr>
              <a:t>Investigating the Use of Omnifold in Unfolding Jet Transverse Momenta</a:t>
            </a:r>
            <a:endParaRPr b="0" i="0" sz="1400" u="none" cap="none" strike="noStrike">
              <a:solidFill>
                <a:srgbClr val="000000"/>
              </a:solidFill>
              <a:latin typeface="Arial"/>
              <a:ea typeface="Arial"/>
              <a:cs typeface="Arial"/>
              <a:sym typeface="Arial"/>
            </a:endParaRPr>
          </a:p>
          <a:p>
            <a:pPr indent="0" lvl="0" marL="0" marR="0" rtl="0" algn="ctr">
              <a:lnSpc>
                <a:spcPct val="70000"/>
              </a:lnSpc>
              <a:spcBef>
                <a:spcPts val="2750"/>
              </a:spcBef>
              <a:spcAft>
                <a:spcPts val="0"/>
              </a:spcAft>
              <a:buClr>
                <a:srgbClr val="000000"/>
              </a:buClr>
              <a:buSzPts val="5500"/>
              <a:buFont typeface="Arial"/>
              <a:buNone/>
            </a:pPr>
            <a:r>
              <a:rPr lang="en-US" sz="5500">
                <a:solidFill>
                  <a:schemeClr val="lt1"/>
                </a:solidFill>
                <a:latin typeface="Helvetica Neue"/>
                <a:ea typeface="Helvetica Neue"/>
                <a:cs typeface="Helvetica Neue"/>
                <a:sym typeface="Helvetica Neue"/>
              </a:rPr>
              <a:t>Simon Browning</a:t>
            </a:r>
            <a:r>
              <a:rPr b="0" i="0" lang="en-US" sz="5500" u="none" cap="none" strike="noStrike">
                <a:solidFill>
                  <a:schemeClr val="lt1"/>
                </a:solidFill>
                <a:latin typeface="Helvetica Neue"/>
                <a:ea typeface="Helvetica Neue"/>
                <a:cs typeface="Helvetica Neue"/>
                <a:sym typeface="Helvetica Neue"/>
              </a:rPr>
              <a:t> of Abilene Christian University for the S</a:t>
            </a:r>
            <a:r>
              <a:rPr lang="en-US" sz="5500">
                <a:solidFill>
                  <a:schemeClr val="lt1"/>
                </a:solidFill>
                <a:latin typeface="Helvetica Neue"/>
                <a:ea typeface="Helvetica Neue"/>
                <a:cs typeface="Helvetica Neue"/>
                <a:sym typeface="Helvetica Neue"/>
              </a:rPr>
              <a:t>TAR</a:t>
            </a:r>
            <a:r>
              <a:rPr b="0" i="0" lang="en-US" sz="5500" u="none" cap="none" strike="noStrike">
                <a:solidFill>
                  <a:schemeClr val="lt1"/>
                </a:solidFill>
                <a:latin typeface="Helvetica Neue"/>
                <a:ea typeface="Helvetica Neue"/>
                <a:cs typeface="Helvetica Neue"/>
                <a:sym typeface="Helvetica Neue"/>
              </a:rPr>
              <a:t> Collaboration</a:t>
            </a:r>
            <a:endParaRPr b="0" i="0" sz="1400" u="none" cap="none" strike="noStrike">
              <a:solidFill>
                <a:srgbClr val="000000"/>
              </a:solidFill>
              <a:latin typeface="Arial"/>
              <a:ea typeface="Arial"/>
              <a:cs typeface="Arial"/>
              <a:sym typeface="Arial"/>
            </a:endParaRPr>
          </a:p>
        </p:txBody>
      </p:sp>
      <p:grpSp>
        <p:nvGrpSpPr>
          <p:cNvPr id="89" name="Google Shape;89;p1"/>
          <p:cNvGrpSpPr/>
          <p:nvPr/>
        </p:nvGrpSpPr>
        <p:grpSpPr>
          <a:xfrm>
            <a:off x="838200" y="5143500"/>
            <a:ext cx="10056750" cy="13423756"/>
            <a:chOff x="685800" y="4800600"/>
            <a:chExt cx="10056750" cy="13423756"/>
          </a:xfrm>
        </p:grpSpPr>
        <p:sp>
          <p:nvSpPr>
            <p:cNvPr id="90" name="Google Shape;90;p1"/>
            <p:cNvSpPr/>
            <p:nvPr/>
          </p:nvSpPr>
          <p:spPr>
            <a:xfrm>
              <a:off x="685800" y="4800600"/>
              <a:ext cx="10055100" cy="657000"/>
            </a:xfrm>
            <a:prstGeom prst="rect">
              <a:avLst/>
            </a:prstGeom>
            <a:solidFill>
              <a:srgbClr val="473757"/>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a:ea typeface="Times"/>
                <a:cs typeface="Times"/>
                <a:sym typeface="Times"/>
              </a:endParaRPr>
            </a:p>
          </p:txBody>
        </p:sp>
        <p:sp>
          <p:nvSpPr>
            <p:cNvPr id="91" name="Google Shape;91;p1"/>
            <p:cNvSpPr/>
            <p:nvPr/>
          </p:nvSpPr>
          <p:spPr>
            <a:xfrm>
              <a:off x="687450" y="5456956"/>
              <a:ext cx="10055100" cy="12767400"/>
            </a:xfrm>
            <a:prstGeom prst="rect">
              <a:avLst/>
            </a:prstGeom>
            <a:solidFill>
              <a:srgbClr val="E4D8C0"/>
            </a:solidFill>
            <a:ln>
              <a:noFill/>
            </a:ln>
          </p:spPr>
          <p:txBody>
            <a:bodyPr anchorCtr="0" anchor="t" bIns="45700" lIns="91425" spcFirstLastPara="1" rIns="91425" wrap="square" tIns="45700">
              <a:noAutofit/>
            </a:bodyPr>
            <a:lstStyle/>
            <a:p>
              <a:pPr indent="457200" lvl="0" marL="0" rtl="0" algn="l">
                <a:lnSpc>
                  <a:spcPct val="115000"/>
                </a:lnSpc>
                <a:spcBef>
                  <a:spcPts val="0"/>
                </a:spcBef>
                <a:spcAft>
                  <a:spcPts val="0"/>
                </a:spcAft>
                <a:buClr>
                  <a:schemeClr val="dk1"/>
                </a:buClr>
                <a:buSzPts val="1100"/>
                <a:buFont typeface="Arial"/>
                <a:buNone/>
              </a:pPr>
              <a:r>
                <a:rPr lang="en-US" sz="3000">
                  <a:solidFill>
                    <a:schemeClr val="dk1"/>
                  </a:solidFill>
                  <a:latin typeface="Helvetica Neue"/>
                  <a:ea typeface="Helvetica Neue"/>
                  <a:cs typeface="Helvetica Neue"/>
                  <a:sym typeface="Helvetica Neue"/>
                </a:rPr>
                <a:t>A common issue in experimental particle physics is the presence of detector effects that distort the information measured by the detector, e.g., finite resolution smearing energy and momentum measurements. Thus, it is necessary to create and implement techniques that correct for the detector effects. These effects become especially challenging when the underlying spectra are steeply falling, e.g., momentum distributions of hadrons within jets. Iterative Bayesian Unfolding (IBU) is a well-established technique, using properties of Bayesian statistics to predict the true particle data based on the detector data. IBU requires binning the data, but Omnifold, a new algorithm created in 2020, implements a machine learning approach that enables IBU event-by-event. We train a Keras classifier on fast Monte Carlo data, which we generate using functional distributions to simulate the steeply falling true spectra and the smearing from detector responses of the STAR detector at RHIC. In this study, we investigate the ability of Omnifold to recover the true distributions from different starting assumptions. This is relevant for measurements such as the distributions of hadrons within jets in the STAR 2017 510 GeV </a:t>
              </a:r>
              <a:r>
                <a:rPr i="1" lang="en-US" sz="3000">
                  <a:solidFill>
                    <a:schemeClr val="dk1"/>
                  </a:solidFill>
                  <a:latin typeface="Helvetica Neue"/>
                  <a:ea typeface="Helvetica Neue"/>
                  <a:cs typeface="Helvetica Neue"/>
                  <a:sym typeface="Helvetica Neue"/>
                </a:rPr>
                <a:t>p</a:t>
              </a:r>
              <a:r>
                <a:rPr lang="en-US" sz="3000">
                  <a:solidFill>
                    <a:schemeClr val="dk1"/>
                  </a:solidFill>
                  <a:latin typeface="Helvetica Neue"/>
                  <a:ea typeface="Helvetica Neue"/>
                  <a:cs typeface="Helvetica Neue"/>
                  <a:sym typeface="Helvetica Neue"/>
                </a:rPr>
                <a:t>+</a:t>
              </a:r>
              <a:r>
                <a:rPr i="1" lang="en-US" sz="3000">
                  <a:solidFill>
                    <a:schemeClr val="dk1"/>
                  </a:solidFill>
                  <a:latin typeface="Helvetica Neue"/>
                  <a:ea typeface="Helvetica Neue"/>
                  <a:cs typeface="Helvetica Neue"/>
                  <a:sym typeface="Helvetica Neue"/>
                </a:rPr>
                <a:t>p</a:t>
              </a:r>
              <a:r>
                <a:rPr lang="en-US" sz="3000">
                  <a:solidFill>
                    <a:schemeClr val="dk1"/>
                  </a:solidFill>
                  <a:latin typeface="Helvetica Neue"/>
                  <a:ea typeface="Helvetica Neue"/>
                  <a:cs typeface="Helvetica Neue"/>
                  <a:sym typeface="Helvetica Neue"/>
                </a:rPr>
                <a:t> data set. A status report will be presented.</a:t>
              </a:r>
              <a:endParaRPr i="0" sz="3000" u="none" cap="none" strike="noStrike">
                <a:solidFill>
                  <a:schemeClr val="dk1"/>
                </a:solidFill>
                <a:latin typeface="Helvetica Neue"/>
                <a:ea typeface="Helvetica Neue"/>
                <a:cs typeface="Helvetica Neue"/>
                <a:sym typeface="Helvetica Neue"/>
              </a:endParaRPr>
            </a:p>
          </p:txBody>
        </p:sp>
      </p:grpSp>
      <p:sp>
        <p:nvSpPr>
          <p:cNvPr id="92" name="Google Shape;92;p1"/>
          <p:cNvSpPr txBox="1"/>
          <p:nvPr/>
        </p:nvSpPr>
        <p:spPr>
          <a:xfrm>
            <a:off x="837375" y="5143493"/>
            <a:ext cx="10058400" cy="657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00"/>
              <a:buFont typeface="Arial"/>
              <a:buNone/>
            </a:pPr>
            <a:r>
              <a:rPr b="1" lang="en-US" sz="4800">
                <a:solidFill>
                  <a:schemeClr val="lt1"/>
                </a:solidFill>
                <a:latin typeface="Helvetica Neue"/>
                <a:ea typeface="Helvetica Neue"/>
                <a:cs typeface="Helvetica Neue"/>
                <a:sym typeface="Helvetica Neue"/>
              </a:rPr>
              <a:t>Abstract</a:t>
            </a:r>
            <a:endParaRPr b="0" i="0" sz="1400" u="none" cap="none" strike="noStrike">
              <a:solidFill>
                <a:srgbClr val="000000"/>
              </a:solidFill>
              <a:latin typeface="Arial"/>
              <a:ea typeface="Arial"/>
              <a:cs typeface="Arial"/>
              <a:sym typeface="Arial"/>
            </a:endParaRPr>
          </a:p>
        </p:txBody>
      </p:sp>
      <p:sp>
        <p:nvSpPr>
          <p:cNvPr id="93" name="Google Shape;93;p1"/>
          <p:cNvSpPr txBox="1"/>
          <p:nvPr/>
        </p:nvSpPr>
        <p:spPr>
          <a:xfrm>
            <a:off x="10510838" y="31699200"/>
            <a:ext cx="22852062"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Arial"/>
                <a:ea typeface="Arial"/>
                <a:cs typeface="Arial"/>
                <a:sym typeface="Arial"/>
              </a:rPr>
              <a:t>DEPARTMENT OF ENGINEERING AND PHYSICS</a:t>
            </a:r>
            <a:endParaRPr b="0" i="0" sz="5400" u="none" cap="none" strike="noStrike">
              <a:solidFill>
                <a:schemeClr val="lt1"/>
              </a:solidFill>
              <a:latin typeface="Arial"/>
              <a:ea typeface="Arial"/>
              <a:cs typeface="Arial"/>
              <a:sym typeface="Arial"/>
            </a:endParaRPr>
          </a:p>
        </p:txBody>
      </p:sp>
      <p:sp>
        <p:nvSpPr>
          <p:cNvPr id="94" name="Google Shape;94;p1"/>
          <p:cNvSpPr txBox="1"/>
          <p:nvPr/>
        </p:nvSpPr>
        <p:spPr>
          <a:xfrm>
            <a:off x="38023800" y="3276600"/>
            <a:ext cx="5334000" cy="914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chemeClr val="lt1"/>
                </a:solidFill>
                <a:latin typeface="Arial"/>
                <a:ea typeface="Arial"/>
                <a:cs typeface="Arial"/>
                <a:sym typeface="Arial"/>
              </a:rPr>
              <a:t>www.acu.edu</a:t>
            </a:r>
            <a:endParaRPr b="0" i="0" sz="1400" u="none" cap="none" strike="noStrike">
              <a:solidFill>
                <a:srgbClr val="000000"/>
              </a:solidFill>
              <a:latin typeface="Arial"/>
              <a:ea typeface="Arial"/>
              <a:cs typeface="Arial"/>
              <a:sym typeface="Arial"/>
            </a:endParaRPr>
          </a:p>
        </p:txBody>
      </p:sp>
      <p:sp>
        <p:nvSpPr>
          <p:cNvPr id="95" name="Google Shape;95;p1"/>
          <p:cNvSpPr/>
          <p:nvPr/>
        </p:nvSpPr>
        <p:spPr>
          <a:xfrm>
            <a:off x="33070800" y="23964900"/>
            <a:ext cx="10055100" cy="914400"/>
          </a:xfrm>
          <a:prstGeom prst="rect">
            <a:avLst/>
          </a:prstGeom>
          <a:solidFill>
            <a:srgbClr val="473757"/>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a:ea typeface="Times"/>
              <a:cs typeface="Times"/>
              <a:sym typeface="Times"/>
            </a:endParaRPr>
          </a:p>
        </p:txBody>
      </p:sp>
      <p:sp>
        <p:nvSpPr>
          <p:cNvPr id="96" name="Google Shape;96;p1"/>
          <p:cNvSpPr/>
          <p:nvPr/>
        </p:nvSpPr>
        <p:spPr>
          <a:xfrm>
            <a:off x="33070800" y="24879300"/>
            <a:ext cx="10055100" cy="6112800"/>
          </a:xfrm>
          <a:prstGeom prst="rect">
            <a:avLst/>
          </a:prstGeom>
          <a:solidFill>
            <a:srgbClr val="E4D8C0"/>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a:ea typeface="Times"/>
              <a:cs typeface="Times"/>
              <a:sym typeface="Times"/>
            </a:endParaRPr>
          </a:p>
        </p:txBody>
      </p:sp>
      <p:sp>
        <p:nvSpPr>
          <p:cNvPr id="97" name="Google Shape;97;p1"/>
          <p:cNvSpPr txBox="1"/>
          <p:nvPr/>
        </p:nvSpPr>
        <p:spPr>
          <a:xfrm>
            <a:off x="33069150" y="23964900"/>
            <a:ext cx="10058400" cy="914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chemeClr val="lt1"/>
                </a:solidFill>
                <a:latin typeface="Helvetica Neue"/>
                <a:ea typeface="Helvetica Neue"/>
                <a:cs typeface="Helvetica Neue"/>
                <a:sym typeface="Helvetica Neue"/>
              </a:rPr>
              <a:t>Acknowledgements</a:t>
            </a:r>
            <a:endParaRPr b="1" i="0" sz="4800" u="none" cap="none" strike="noStrike">
              <a:solidFill>
                <a:schemeClr val="lt1"/>
              </a:solidFill>
              <a:latin typeface="Helvetica Neue"/>
              <a:ea typeface="Helvetica Neue"/>
              <a:cs typeface="Helvetica Neue"/>
              <a:sym typeface="Helvetica Neue"/>
            </a:endParaRPr>
          </a:p>
        </p:txBody>
      </p:sp>
      <p:sp>
        <p:nvSpPr>
          <p:cNvPr id="98" name="Google Shape;98;p1"/>
          <p:cNvSpPr txBox="1"/>
          <p:nvPr/>
        </p:nvSpPr>
        <p:spPr>
          <a:xfrm>
            <a:off x="33069150" y="24879400"/>
            <a:ext cx="10058400" cy="6112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chemeClr val="dk1"/>
                </a:solidFill>
                <a:latin typeface="Times"/>
                <a:ea typeface="Times"/>
                <a:cs typeface="Times"/>
                <a:sym typeface="Times"/>
              </a:rPr>
              <a:t>Special thanks to:</a:t>
            </a:r>
            <a:endParaRPr sz="3200">
              <a:solidFill>
                <a:schemeClr val="dk1"/>
              </a:solidFill>
              <a:latin typeface="Times"/>
              <a:ea typeface="Times"/>
              <a:cs typeface="Times"/>
              <a:sym typeface="Times"/>
            </a:endParaRPr>
          </a:p>
          <a:p>
            <a:pPr indent="-431800" lvl="0" marL="457200" marR="0" rtl="0" algn="l">
              <a:lnSpc>
                <a:spcPct val="100000"/>
              </a:lnSpc>
              <a:spcBef>
                <a:spcPts val="0"/>
              </a:spcBef>
              <a:spcAft>
                <a:spcPts val="0"/>
              </a:spcAft>
              <a:buClr>
                <a:schemeClr val="dk1"/>
              </a:buClr>
              <a:buSzPts val="3200"/>
              <a:buFont typeface="Times"/>
              <a:buChar char="-"/>
            </a:pPr>
            <a:r>
              <a:rPr lang="en-US" sz="3200">
                <a:solidFill>
                  <a:schemeClr val="dk1"/>
                </a:solidFill>
                <a:latin typeface="Times"/>
                <a:ea typeface="Times"/>
                <a:cs typeface="Times"/>
                <a:sym typeface="Times"/>
              </a:rPr>
              <a:t>Dr. Joseph Atchison</a:t>
            </a:r>
            <a:endParaRPr sz="3200">
              <a:solidFill>
                <a:schemeClr val="dk1"/>
              </a:solidFill>
              <a:latin typeface="Times"/>
              <a:ea typeface="Times"/>
              <a:cs typeface="Times"/>
              <a:sym typeface="Times"/>
            </a:endParaRPr>
          </a:p>
          <a:p>
            <a:pPr indent="-431800" lvl="0" marL="457200" marR="0" rtl="0" algn="l">
              <a:lnSpc>
                <a:spcPct val="100000"/>
              </a:lnSpc>
              <a:spcBef>
                <a:spcPts val="0"/>
              </a:spcBef>
              <a:spcAft>
                <a:spcPts val="0"/>
              </a:spcAft>
              <a:buClr>
                <a:schemeClr val="dk1"/>
              </a:buClr>
              <a:buSzPts val="3200"/>
              <a:buFont typeface="Times"/>
              <a:buChar char="-"/>
            </a:pPr>
            <a:r>
              <a:rPr lang="en-US" sz="3200">
                <a:solidFill>
                  <a:schemeClr val="dk1"/>
                </a:solidFill>
                <a:latin typeface="Times"/>
                <a:ea typeface="Times"/>
                <a:cs typeface="Times"/>
                <a:sym typeface="Times"/>
              </a:rPr>
              <a:t>Dr. Jim Drachenberg</a:t>
            </a:r>
            <a:endParaRPr sz="3200">
              <a:solidFill>
                <a:schemeClr val="dk1"/>
              </a:solidFill>
              <a:latin typeface="Times"/>
              <a:ea typeface="Times"/>
              <a:cs typeface="Times"/>
              <a:sym typeface="Times"/>
            </a:endParaRPr>
          </a:p>
          <a:p>
            <a:pPr indent="-431800" lvl="0" marL="457200" marR="0" rtl="0" algn="l">
              <a:lnSpc>
                <a:spcPct val="100000"/>
              </a:lnSpc>
              <a:spcBef>
                <a:spcPts val="0"/>
              </a:spcBef>
              <a:spcAft>
                <a:spcPts val="0"/>
              </a:spcAft>
              <a:buClr>
                <a:schemeClr val="dk1"/>
              </a:buClr>
              <a:buSzPts val="3200"/>
              <a:buFont typeface="Times"/>
              <a:buChar char="-"/>
            </a:pPr>
            <a:r>
              <a:rPr lang="en-US" sz="3200">
                <a:solidFill>
                  <a:schemeClr val="dk1"/>
                </a:solidFill>
                <a:latin typeface="Times"/>
                <a:ea typeface="Times"/>
                <a:cs typeface="Times"/>
                <a:sym typeface="Times"/>
              </a:rPr>
              <a:t>The Department of Energy</a:t>
            </a:r>
            <a:endParaRPr sz="3200">
              <a:solidFill>
                <a:schemeClr val="dk1"/>
              </a:solidFill>
              <a:latin typeface="Times"/>
              <a:ea typeface="Times"/>
              <a:cs typeface="Times"/>
              <a:sym typeface="Times"/>
            </a:endParaRPr>
          </a:p>
          <a:p>
            <a:pPr indent="-431800" lvl="0" marL="457200" marR="0" rtl="0" algn="l">
              <a:lnSpc>
                <a:spcPct val="100000"/>
              </a:lnSpc>
              <a:spcBef>
                <a:spcPts val="0"/>
              </a:spcBef>
              <a:spcAft>
                <a:spcPts val="0"/>
              </a:spcAft>
              <a:buClr>
                <a:schemeClr val="dk1"/>
              </a:buClr>
              <a:buSzPts val="3200"/>
              <a:buFont typeface="Times"/>
              <a:buChar char="-"/>
            </a:pPr>
            <a:r>
              <a:rPr lang="en-US" sz="3200">
                <a:solidFill>
                  <a:schemeClr val="dk1"/>
                </a:solidFill>
                <a:latin typeface="Times"/>
                <a:ea typeface="Times"/>
                <a:cs typeface="Times"/>
                <a:sym typeface="Times"/>
              </a:rPr>
              <a:t>The ACU Nuclear Physics Research Group</a:t>
            </a:r>
            <a:endParaRPr sz="3200">
              <a:solidFill>
                <a:schemeClr val="dk1"/>
              </a:solidFill>
              <a:latin typeface="Times"/>
              <a:ea typeface="Times"/>
              <a:cs typeface="Times"/>
              <a:sym typeface="Times"/>
            </a:endParaRPr>
          </a:p>
          <a:p>
            <a:pPr indent="0" lvl="0" marL="0" marR="0" rtl="0" algn="ctr">
              <a:lnSpc>
                <a:spcPct val="100000"/>
              </a:lnSpc>
              <a:spcBef>
                <a:spcPts val="0"/>
              </a:spcBef>
              <a:spcAft>
                <a:spcPts val="0"/>
              </a:spcAft>
              <a:buClr>
                <a:srgbClr val="000000"/>
              </a:buClr>
              <a:buSzPts val="3200"/>
              <a:buFont typeface="Arial"/>
              <a:buNone/>
            </a:pPr>
            <a:r>
              <a:t/>
            </a:r>
            <a:endParaRPr sz="3200">
              <a:solidFill>
                <a:schemeClr val="dk1"/>
              </a:solidFill>
              <a:latin typeface="Times"/>
              <a:ea typeface="Times"/>
              <a:cs typeface="Times"/>
              <a:sym typeface="Times"/>
            </a:endParaRPr>
          </a:p>
          <a:p>
            <a:pPr indent="0" lvl="0" marL="0" marR="0" rtl="0" algn="ctr">
              <a:lnSpc>
                <a:spcPct val="100000"/>
              </a:lnSpc>
              <a:spcBef>
                <a:spcPts val="0"/>
              </a:spcBef>
              <a:spcAft>
                <a:spcPts val="0"/>
              </a:spcAft>
              <a:buClr>
                <a:srgbClr val="000000"/>
              </a:buClr>
              <a:buSzPts val="3200"/>
              <a:buFont typeface="Arial"/>
              <a:buNone/>
            </a:pPr>
            <a:r>
              <a:t/>
            </a:r>
            <a:endParaRPr sz="3200">
              <a:solidFill>
                <a:schemeClr val="dk1"/>
              </a:solidFill>
              <a:latin typeface="Times"/>
              <a:ea typeface="Times"/>
              <a:cs typeface="Times"/>
              <a:sym typeface="Times"/>
            </a:endParaRPr>
          </a:p>
          <a:p>
            <a:pPr indent="0" lvl="0" marL="0" marR="0" rtl="0" algn="ctr">
              <a:lnSpc>
                <a:spcPct val="100000"/>
              </a:lnSpc>
              <a:spcBef>
                <a:spcPts val="0"/>
              </a:spcBef>
              <a:spcAft>
                <a:spcPts val="0"/>
              </a:spcAft>
              <a:buClr>
                <a:srgbClr val="000000"/>
              </a:buClr>
              <a:buSzPts val="3200"/>
              <a:buFont typeface="Arial"/>
              <a:buNone/>
            </a:pPr>
            <a:r>
              <a:t/>
            </a:r>
            <a:endParaRPr sz="3200">
              <a:solidFill>
                <a:schemeClr val="dk1"/>
              </a:solidFill>
              <a:latin typeface="Times"/>
              <a:ea typeface="Times"/>
              <a:cs typeface="Times"/>
              <a:sym typeface="Times"/>
            </a:endParaRPr>
          </a:p>
          <a:p>
            <a:pPr indent="0" lvl="0" marL="0" marR="0" rtl="0" algn="ctr">
              <a:lnSpc>
                <a:spcPct val="100000"/>
              </a:lnSpc>
              <a:spcBef>
                <a:spcPts val="0"/>
              </a:spcBef>
              <a:spcAft>
                <a:spcPts val="0"/>
              </a:spcAft>
              <a:buClr>
                <a:srgbClr val="000000"/>
              </a:buClr>
              <a:buSzPts val="3200"/>
              <a:buFont typeface="Arial"/>
              <a:buNone/>
            </a:pPr>
            <a:r>
              <a:t/>
            </a:r>
            <a:endParaRPr sz="3200">
              <a:solidFill>
                <a:schemeClr val="dk1"/>
              </a:solidFill>
              <a:latin typeface="Times"/>
              <a:ea typeface="Times"/>
              <a:cs typeface="Times"/>
              <a:sym typeface="Times"/>
            </a:endParaRPr>
          </a:p>
          <a:p>
            <a:pPr indent="0" lvl="0" marL="0" marR="0" rtl="0" algn="ctr">
              <a:lnSpc>
                <a:spcPct val="100000"/>
              </a:lnSpc>
              <a:spcBef>
                <a:spcPts val="0"/>
              </a:spcBef>
              <a:spcAft>
                <a:spcPts val="0"/>
              </a:spcAft>
              <a:buClr>
                <a:srgbClr val="000000"/>
              </a:buClr>
              <a:buSzPts val="3200"/>
              <a:buFont typeface="Arial"/>
              <a:buNone/>
            </a:pPr>
            <a:r>
              <a:t/>
            </a:r>
            <a:endParaRPr sz="3200">
              <a:solidFill>
                <a:schemeClr val="dk1"/>
              </a:solidFill>
              <a:latin typeface="Times"/>
              <a:ea typeface="Times"/>
              <a:cs typeface="Times"/>
              <a:sym typeface="Times"/>
            </a:endParaRPr>
          </a:p>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a:ea typeface="Times"/>
                <a:cs typeface="Times"/>
                <a:sym typeface="Times"/>
              </a:rPr>
              <a:t>This research was supported by US DOE MENP Grant </a:t>
            </a:r>
            <a:r>
              <a:rPr b="0" i="0" lang="en-US" sz="3200" u="none" cap="none" strike="noStrike">
                <a:solidFill>
                  <a:schemeClr val="dk1"/>
                </a:solidFill>
                <a:latin typeface="Times"/>
                <a:ea typeface="Times"/>
                <a:cs typeface="Times"/>
                <a:sym typeface="Times"/>
              </a:rPr>
              <a:t>DE-FG02-03ER41243</a:t>
            </a:r>
            <a:r>
              <a:rPr b="0" i="0" lang="en-US" sz="3200" u="none" cap="none" strike="noStrike">
                <a:solidFill>
                  <a:schemeClr val="dk1"/>
                </a:solidFill>
                <a:latin typeface="Times"/>
                <a:ea typeface="Times"/>
                <a:cs typeface="Times"/>
                <a:sym typeface="Times"/>
              </a:rPr>
              <a:t>.</a:t>
            </a:r>
            <a:endParaRPr b="0" i="0" sz="3200" u="none" cap="none" strike="noStrike">
              <a:solidFill>
                <a:schemeClr val="dk1"/>
              </a:solidFill>
              <a:latin typeface="Times"/>
              <a:ea typeface="Times"/>
              <a:cs typeface="Times"/>
              <a:sym typeface="Times"/>
            </a:endParaRPr>
          </a:p>
        </p:txBody>
      </p:sp>
      <p:grpSp>
        <p:nvGrpSpPr>
          <p:cNvPr id="99" name="Google Shape;99;p1"/>
          <p:cNvGrpSpPr/>
          <p:nvPr/>
        </p:nvGrpSpPr>
        <p:grpSpPr>
          <a:xfrm>
            <a:off x="11512500" y="5131125"/>
            <a:ext cx="10056750" cy="20586350"/>
            <a:chOff x="11512500" y="5131125"/>
            <a:chExt cx="10056750" cy="20586350"/>
          </a:xfrm>
        </p:grpSpPr>
        <p:grpSp>
          <p:nvGrpSpPr>
            <p:cNvPr id="100" name="Google Shape;100;p1"/>
            <p:cNvGrpSpPr/>
            <p:nvPr/>
          </p:nvGrpSpPr>
          <p:grpSpPr>
            <a:xfrm>
              <a:off x="11512500" y="5131125"/>
              <a:ext cx="10056750" cy="20586350"/>
              <a:chOff x="11512500" y="5131125"/>
              <a:chExt cx="10056750" cy="20586350"/>
            </a:xfrm>
          </p:grpSpPr>
          <p:sp>
            <p:nvSpPr>
              <p:cNvPr id="101" name="Google Shape;101;p1"/>
              <p:cNvSpPr/>
              <p:nvPr/>
            </p:nvSpPr>
            <p:spPr>
              <a:xfrm>
                <a:off x="11512500" y="5131125"/>
                <a:ext cx="10055100" cy="656964"/>
              </a:xfrm>
              <a:prstGeom prst="rect">
                <a:avLst/>
              </a:prstGeom>
              <a:solidFill>
                <a:srgbClr val="473757"/>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a:ea typeface="Times"/>
                  <a:cs typeface="Times"/>
                  <a:sym typeface="Times"/>
                </a:endParaRPr>
              </a:p>
            </p:txBody>
          </p:sp>
          <p:sp>
            <p:nvSpPr>
              <p:cNvPr id="102" name="Google Shape;102;p1"/>
              <p:cNvSpPr/>
              <p:nvPr/>
            </p:nvSpPr>
            <p:spPr>
              <a:xfrm>
                <a:off x="11514150" y="5799875"/>
                <a:ext cx="10055100" cy="19917600"/>
              </a:xfrm>
              <a:prstGeom prst="rect">
                <a:avLst/>
              </a:prstGeom>
              <a:solidFill>
                <a:srgbClr val="E4D8C0"/>
              </a:solidFill>
              <a:ln>
                <a:noFill/>
              </a:ln>
            </p:spPr>
            <p:txBody>
              <a:bodyPr anchorCtr="0" anchor="t" bIns="45700" lIns="91425" spcFirstLastPara="1" rIns="91425" wrap="square" tIns="45700">
                <a:noAutofit/>
              </a:bodyPr>
              <a:lstStyle/>
              <a:p>
                <a:pPr indent="457200" lvl="0" marL="0" rtl="0" algn="l">
                  <a:lnSpc>
                    <a:spcPct val="115000"/>
                  </a:lnSpc>
                  <a:spcBef>
                    <a:spcPts val="0"/>
                  </a:spcBef>
                  <a:spcAft>
                    <a:spcPts val="0"/>
                  </a:spcAft>
                  <a:buClr>
                    <a:schemeClr val="dk1"/>
                  </a:buClr>
                  <a:buSzPts val="1100"/>
                  <a:buFont typeface="Arial"/>
                  <a:buNone/>
                </a:pPr>
                <a:r>
                  <a:rPr lang="en-US" sz="3000">
                    <a:solidFill>
                      <a:schemeClr val="dk1"/>
                    </a:solidFill>
                    <a:latin typeface="Helvetica Neue"/>
                    <a:ea typeface="Helvetica Neue"/>
                    <a:cs typeface="Helvetica Neue"/>
                    <a:sym typeface="Helvetica Neue"/>
                    <a:extLst>
                      <a:ext uri="http://customooxmlschemas.google.com/">
                        <go:slidesCustomData xmlns:go="http://customooxmlschemas.google.com/" textRoundtripDataId="0"/>
                      </a:ext>
                    </a:extLst>
                  </a:rPr>
                  <a:t>Omnifold</a:t>
                </a:r>
                <a:r>
                  <a:rPr lang="en-US" sz="3000">
                    <a:solidFill>
                      <a:schemeClr val="dk1"/>
                    </a:solidFill>
                    <a:latin typeface="Helvetica Neue"/>
                    <a:ea typeface="Helvetica Neue"/>
                    <a:cs typeface="Helvetica Neue"/>
                    <a:sym typeface="Helvetica Neue"/>
                  </a:rPr>
                  <a:t> is a machine-learning-based algorithm that can unfold multiple unbinned observables simultaneously. The algorithm deals with 2 pairs of data sets: a natural set and a synthetic, Monte Carlo set. Within each pair, there is a detector data set and a true data set, where the detector data is the smeared version of the true data. Omnifold works in 2 steps. Step 1 reweights the synthetic detector set to match the natural detector set, giving us the pull weights. Step 2 uses the synthetic true set to convert the pull weights into push weights that can be used to reweight the synthetic true set. The reweighted synthetic true set gives the distribution that is most </a:t>
                </a:r>
                <a:r>
                  <a:rPr lang="en-US" sz="3000">
                    <a:solidFill>
                      <a:schemeClr val="dk1"/>
                    </a:solidFill>
                    <a:latin typeface="Helvetica Neue"/>
                    <a:ea typeface="Helvetica Neue"/>
                    <a:cs typeface="Helvetica Neue"/>
                    <a:sym typeface="Helvetica Neue"/>
                  </a:rPr>
                  <a:t>likely</a:t>
                </a:r>
                <a:r>
                  <a:rPr lang="en-US" sz="3000">
                    <a:solidFill>
                      <a:schemeClr val="dk1"/>
                    </a:solidFill>
                    <a:latin typeface="Helvetica Neue"/>
                    <a:ea typeface="Helvetica Neue"/>
                    <a:cs typeface="Helvetica Neue"/>
                    <a:sym typeface="Helvetica Neue"/>
                  </a:rPr>
                  <a:t> to have produced the nature detector set, ie Omnifold’s estimate of the nature true set. We use the Keras neural network classifier for each step, consisting of 3 hidden layers and 50 nodes per hidden layer. For testing, we generate a pair of Monte Carlo synthetic data sets and a pair of Monte Carlo natural data sets, then compare Omnifold’s prediction to the natural true particle data. </a:t>
                </a:r>
                <a:endParaRPr i="0" sz="3000" u="none" cap="none" strike="noStrike">
                  <a:solidFill>
                    <a:schemeClr val="dk1"/>
                  </a:solidFill>
                  <a:latin typeface="Helvetica Neue"/>
                  <a:ea typeface="Helvetica Neue"/>
                  <a:cs typeface="Helvetica Neue"/>
                  <a:sym typeface="Helvetica Neue"/>
                </a:endParaRPr>
              </a:p>
            </p:txBody>
          </p:sp>
        </p:grpSp>
        <p:sp>
          <p:nvSpPr>
            <p:cNvPr id="103" name="Google Shape;103;p1"/>
            <p:cNvSpPr txBox="1"/>
            <p:nvPr/>
          </p:nvSpPr>
          <p:spPr>
            <a:xfrm>
              <a:off x="11514000" y="5143500"/>
              <a:ext cx="10055100" cy="657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00"/>
                <a:buFont typeface="Arial"/>
                <a:buNone/>
              </a:pPr>
              <a:r>
                <a:rPr b="1" lang="en-US" sz="4800">
                  <a:solidFill>
                    <a:schemeClr val="lt1"/>
                  </a:solidFill>
                  <a:latin typeface="Helvetica Neue"/>
                  <a:ea typeface="Helvetica Neue"/>
                  <a:cs typeface="Helvetica Neue"/>
                  <a:sym typeface="Helvetica Neue"/>
                </a:rPr>
                <a:t>What is Omnifold?</a:t>
              </a:r>
              <a:endParaRPr b="0" i="0" sz="1400" u="none" cap="none" strike="noStrike">
                <a:solidFill>
                  <a:srgbClr val="000000"/>
                </a:solidFill>
                <a:latin typeface="Arial"/>
                <a:ea typeface="Arial"/>
                <a:cs typeface="Arial"/>
                <a:sym typeface="Arial"/>
              </a:endParaRPr>
            </a:p>
          </p:txBody>
        </p:sp>
      </p:grpSp>
      <p:grpSp>
        <p:nvGrpSpPr>
          <p:cNvPr id="104" name="Google Shape;104;p1"/>
          <p:cNvGrpSpPr/>
          <p:nvPr/>
        </p:nvGrpSpPr>
        <p:grpSpPr>
          <a:xfrm>
            <a:off x="838200" y="19274250"/>
            <a:ext cx="10056750" cy="11717950"/>
            <a:chOff x="685800" y="4800600"/>
            <a:chExt cx="10056750" cy="11717950"/>
          </a:xfrm>
        </p:grpSpPr>
        <p:sp>
          <p:nvSpPr>
            <p:cNvPr id="105" name="Google Shape;105;p1"/>
            <p:cNvSpPr/>
            <p:nvPr/>
          </p:nvSpPr>
          <p:spPr>
            <a:xfrm>
              <a:off x="685800" y="4800600"/>
              <a:ext cx="10055100" cy="657000"/>
            </a:xfrm>
            <a:prstGeom prst="rect">
              <a:avLst/>
            </a:prstGeom>
            <a:solidFill>
              <a:srgbClr val="473757"/>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a:ea typeface="Times"/>
                <a:cs typeface="Times"/>
                <a:sym typeface="Times"/>
              </a:endParaRPr>
            </a:p>
          </p:txBody>
        </p:sp>
        <p:sp>
          <p:nvSpPr>
            <p:cNvPr id="106" name="Google Shape;106;p1"/>
            <p:cNvSpPr/>
            <p:nvPr/>
          </p:nvSpPr>
          <p:spPr>
            <a:xfrm>
              <a:off x="687450" y="5456950"/>
              <a:ext cx="10055100" cy="11061600"/>
            </a:xfrm>
            <a:prstGeom prst="rect">
              <a:avLst/>
            </a:prstGeom>
            <a:solidFill>
              <a:srgbClr val="E4D8C0"/>
            </a:solidFill>
            <a:ln>
              <a:noFill/>
            </a:ln>
          </p:spPr>
          <p:txBody>
            <a:bodyPr anchorCtr="0" anchor="t" bIns="45700" lIns="91425" spcFirstLastPara="1" rIns="91425" wrap="square" tIns="45700">
              <a:noAutofit/>
            </a:bodyPr>
            <a:lstStyle/>
            <a:p>
              <a:pPr indent="457200" lvl="0" marL="0" rtl="0" algn="l">
                <a:lnSpc>
                  <a:spcPct val="115000"/>
                </a:lnSpc>
                <a:spcBef>
                  <a:spcPts val="0"/>
                </a:spcBef>
                <a:spcAft>
                  <a:spcPts val="0"/>
                </a:spcAft>
                <a:buClr>
                  <a:schemeClr val="dk1"/>
                </a:buClr>
                <a:buSzPts val="1100"/>
                <a:buFont typeface="Arial"/>
                <a:buNone/>
              </a:pPr>
              <a:r>
                <a:rPr lang="en-US" sz="3000">
                  <a:solidFill>
                    <a:schemeClr val="dk1"/>
                  </a:solidFill>
                  <a:latin typeface="Helvetica Neue"/>
                  <a:ea typeface="Helvetica Neue"/>
                  <a:cs typeface="Helvetica Neue"/>
                  <a:sym typeface="Helvetica Neue"/>
                </a:rPr>
                <a:t> Brookhaven National Lab (BNL) studies the strong interaction through collisions between subatomic particles. The STAR experiment is housed at BNL and focuses on studying the quark-</a:t>
              </a:r>
              <a:r>
                <a:rPr lang="en-US" sz="3000">
                  <a:solidFill>
                    <a:schemeClr val="dk1"/>
                  </a:solidFill>
                  <a:latin typeface="Helvetica Neue"/>
                  <a:ea typeface="Helvetica Neue"/>
                  <a:cs typeface="Helvetica Neue"/>
                  <a:sym typeface="Helvetica Neue"/>
                </a:rPr>
                <a:t>gluon</a:t>
              </a:r>
              <a:r>
                <a:rPr lang="en-US" sz="3000">
                  <a:solidFill>
                    <a:schemeClr val="dk1"/>
                  </a:solidFill>
                  <a:latin typeface="Helvetica Neue"/>
                  <a:ea typeface="Helvetica Neue"/>
                  <a:cs typeface="Helvetica Neue"/>
                  <a:sym typeface="Helvetica Neue"/>
                </a:rPr>
                <a:t> plasma (QGP) and spin structure through polarized </a:t>
              </a:r>
              <a:r>
                <a:rPr i="1" lang="en-US" sz="3000">
                  <a:solidFill>
                    <a:schemeClr val="dk1"/>
                  </a:solidFill>
                  <a:latin typeface="Helvetica Neue"/>
                  <a:ea typeface="Helvetica Neue"/>
                  <a:cs typeface="Helvetica Neue"/>
                  <a:sym typeface="Helvetica Neue"/>
                </a:rPr>
                <a:t>p</a:t>
              </a:r>
              <a:r>
                <a:rPr lang="en-US" sz="3000">
                  <a:solidFill>
                    <a:schemeClr val="dk1"/>
                  </a:solidFill>
                  <a:latin typeface="Helvetica Neue"/>
                  <a:ea typeface="Helvetica Neue"/>
                  <a:cs typeface="Helvetica Neue"/>
                  <a:sym typeface="Helvetica Neue"/>
                </a:rPr>
                <a:t>+</a:t>
              </a:r>
              <a:r>
                <a:rPr i="1" lang="en-US" sz="3000">
                  <a:solidFill>
                    <a:schemeClr val="dk1"/>
                  </a:solidFill>
                  <a:latin typeface="Helvetica Neue"/>
                  <a:ea typeface="Helvetica Neue"/>
                  <a:cs typeface="Helvetica Neue"/>
                  <a:sym typeface="Helvetica Neue"/>
                </a:rPr>
                <a:t>p</a:t>
              </a:r>
              <a:r>
                <a:rPr lang="en-US" sz="3000">
                  <a:solidFill>
                    <a:schemeClr val="dk1"/>
                  </a:solidFill>
                  <a:latin typeface="Helvetica Neue"/>
                  <a:ea typeface="Helvetica Neue"/>
                  <a:cs typeface="Helvetica Neue"/>
                  <a:sym typeface="Helvetica Neue"/>
                </a:rPr>
                <a:t> </a:t>
              </a:r>
              <a:r>
                <a:rPr lang="en-US" sz="3000">
                  <a:solidFill>
                    <a:schemeClr val="dk1"/>
                  </a:solidFill>
                  <a:latin typeface="Helvetica Neue"/>
                  <a:ea typeface="Helvetica Neue"/>
                  <a:cs typeface="Helvetica Neue"/>
                  <a:sym typeface="Helvetica Neue"/>
                </a:rPr>
                <a:t>collisions</a:t>
              </a:r>
              <a:r>
                <a:rPr lang="en-US" sz="3000">
                  <a:solidFill>
                    <a:schemeClr val="dk1"/>
                  </a:solidFill>
                  <a:latin typeface="Helvetica Neue"/>
                  <a:ea typeface="Helvetica Neue"/>
                  <a:cs typeface="Helvetica Neue"/>
                  <a:sym typeface="Helvetica Neue"/>
                </a:rPr>
                <a:t>. The STAR experiment utilizes the STAR detector, consisting of a time projection chamber (TPC), electromagnetic calorimeter (ECal) and hadronic calorimeter (HCal), to make these studies possible.</a:t>
              </a:r>
              <a:endParaRPr i="0" sz="3000" u="none" cap="none" strike="noStrike">
                <a:solidFill>
                  <a:schemeClr val="dk1"/>
                </a:solidFill>
                <a:latin typeface="Helvetica Neue"/>
                <a:ea typeface="Helvetica Neue"/>
                <a:cs typeface="Helvetica Neue"/>
                <a:sym typeface="Helvetica Neue"/>
              </a:endParaRPr>
            </a:p>
          </p:txBody>
        </p:sp>
      </p:grpSp>
      <p:sp>
        <p:nvSpPr>
          <p:cNvPr id="107" name="Google Shape;107;p1"/>
          <p:cNvSpPr txBox="1"/>
          <p:nvPr/>
        </p:nvSpPr>
        <p:spPr>
          <a:xfrm>
            <a:off x="837375" y="19274255"/>
            <a:ext cx="10058400" cy="657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00"/>
              <a:buFont typeface="Arial"/>
              <a:buNone/>
            </a:pPr>
            <a:r>
              <a:rPr b="1" lang="en-US" sz="4800">
                <a:solidFill>
                  <a:schemeClr val="lt1"/>
                </a:solidFill>
                <a:latin typeface="Helvetica Neue"/>
                <a:ea typeface="Helvetica Neue"/>
                <a:cs typeface="Helvetica Neue"/>
                <a:sym typeface="Helvetica Neue"/>
              </a:rPr>
              <a:t>The STAR Experiment</a:t>
            </a:r>
            <a:endParaRPr b="0" i="0" sz="1400" u="none" cap="none" strike="noStrike">
              <a:solidFill>
                <a:srgbClr val="000000"/>
              </a:solidFill>
              <a:latin typeface="Arial"/>
              <a:ea typeface="Arial"/>
              <a:cs typeface="Arial"/>
              <a:sym typeface="Arial"/>
            </a:endParaRPr>
          </a:p>
        </p:txBody>
      </p:sp>
      <p:pic>
        <p:nvPicPr>
          <p:cNvPr id="108" name="Google Shape;108;p1"/>
          <p:cNvPicPr preferRelativeResize="0"/>
          <p:nvPr/>
        </p:nvPicPr>
        <p:blipFill>
          <a:blip r:embed="rId5">
            <a:alphaModFix/>
          </a:blip>
          <a:stretch>
            <a:fillRect/>
          </a:stretch>
        </p:blipFill>
        <p:spPr>
          <a:xfrm>
            <a:off x="2681013" y="26037013"/>
            <a:ext cx="6371127" cy="4127350"/>
          </a:xfrm>
          <a:prstGeom prst="rect">
            <a:avLst/>
          </a:prstGeom>
          <a:solidFill>
            <a:srgbClr val="E4D8C0"/>
          </a:solidFill>
          <a:ln>
            <a:noFill/>
          </a:ln>
        </p:spPr>
      </p:pic>
      <p:pic>
        <p:nvPicPr>
          <p:cNvPr id="109" name="Google Shape;109;p1"/>
          <p:cNvPicPr preferRelativeResize="0"/>
          <p:nvPr/>
        </p:nvPicPr>
        <p:blipFill>
          <a:blip r:embed="rId6">
            <a:alphaModFix/>
          </a:blip>
          <a:stretch>
            <a:fillRect/>
          </a:stretch>
        </p:blipFill>
        <p:spPr>
          <a:xfrm>
            <a:off x="34104263" y="27713400"/>
            <a:ext cx="4829175" cy="1866900"/>
          </a:xfrm>
          <a:prstGeom prst="rect">
            <a:avLst/>
          </a:prstGeom>
          <a:noFill/>
          <a:ln>
            <a:noFill/>
          </a:ln>
        </p:spPr>
      </p:pic>
      <p:pic>
        <p:nvPicPr>
          <p:cNvPr id="110" name="Google Shape;110;p1"/>
          <p:cNvPicPr preferRelativeResize="0"/>
          <p:nvPr/>
        </p:nvPicPr>
        <p:blipFill>
          <a:blip r:embed="rId7">
            <a:alphaModFix/>
          </a:blip>
          <a:stretch>
            <a:fillRect/>
          </a:stretch>
        </p:blipFill>
        <p:spPr>
          <a:xfrm>
            <a:off x="39537323" y="27575873"/>
            <a:ext cx="1744975" cy="2141950"/>
          </a:xfrm>
          <a:prstGeom prst="rect">
            <a:avLst/>
          </a:prstGeom>
          <a:solidFill>
            <a:schemeClr val="lt1"/>
          </a:solidFill>
          <a:ln cap="flat" cmpd="sng" w="76200">
            <a:solidFill>
              <a:srgbClr val="E4D8C0"/>
            </a:solidFill>
            <a:prstDash val="solid"/>
            <a:round/>
            <a:headEnd len="sm" w="sm" type="none"/>
            <a:tailEnd len="sm" w="sm" type="none"/>
          </a:ln>
        </p:spPr>
      </p:pic>
      <p:pic>
        <p:nvPicPr>
          <p:cNvPr id="111" name="Google Shape;111;p1"/>
          <p:cNvPicPr preferRelativeResize="0"/>
          <p:nvPr/>
        </p:nvPicPr>
        <p:blipFill>
          <a:blip r:embed="rId8">
            <a:alphaModFix/>
          </a:blip>
          <a:stretch>
            <a:fillRect/>
          </a:stretch>
        </p:blipFill>
        <p:spPr>
          <a:xfrm>
            <a:off x="12204050" y="16346838"/>
            <a:ext cx="8674482" cy="6788725"/>
          </a:xfrm>
          <a:prstGeom prst="rect">
            <a:avLst/>
          </a:prstGeom>
          <a:solidFill>
            <a:srgbClr val="E4D8C0"/>
          </a:solidFill>
          <a:ln>
            <a:noFill/>
          </a:ln>
        </p:spPr>
      </p:pic>
      <p:sp>
        <p:nvSpPr>
          <p:cNvPr id="112" name="Google Shape;112;p1"/>
          <p:cNvSpPr txBox="1"/>
          <p:nvPr/>
        </p:nvSpPr>
        <p:spPr>
          <a:xfrm>
            <a:off x="3402825" y="30164350"/>
            <a:ext cx="4927500" cy="6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000">
                <a:solidFill>
                  <a:schemeClr val="dk1"/>
                </a:solidFill>
                <a:latin typeface="Times"/>
                <a:ea typeface="Times"/>
                <a:cs typeface="Times"/>
                <a:sym typeface="Times"/>
              </a:rPr>
              <a:t>Fig. 1: </a:t>
            </a:r>
            <a:r>
              <a:rPr lang="en-US" sz="3000">
                <a:solidFill>
                  <a:schemeClr val="dk1"/>
                </a:solidFill>
                <a:latin typeface="Times"/>
                <a:ea typeface="Times"/>
                <a:cs typeface="Times"/>
                <a:sym typeface="Times"/>
              </a:rPr>
              <a:t>The STAR Experiment.</a:t>
            </a:r>
            <a:endParaRPr sz="3000">
              <a:solidFill>
                <a:schemeClr val="dk1"/>
              </a:solidFill>
              <a:latin typeface="Times"/>
              <a:ea typeface="Times"/>
              <a:cs typeface="Times"/>
              <a:sym typeface="Times"/>
            </a:endParaRPr>
          </a:p>
        </p:txBody>
      </p:sp>
      <p:sp>
        <p:nvSpPr>
          <p:cNvPr id="113" name="Google Shape;113;p1"/>
          <p:cNvSpPr txBox="1"/>
          <p:nvPr/>
        </p:nvSpPr>
        <p:spPr>
          <a:xfrm>
            <a:off x="12513900" y="23240995"/>
            <a:ext cx="8052300" cy="247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000">
                <a:solidFill>
                  <a:schemeClr val="dk1"/>
                </a:solidFill>
                <a:latin typeface="Times"/>
                <a:ea typeface="Times"/>
                <a:cs typeface="Times"/>
                <a:sym typeface="Times"/>
              </a:rPr>
              <a:t>Fig. 2: </a:t>
            </a:r>
            <a:r>
              <a:rPr lang="en-US" sz="3000">
                <a:solidFill>
                  <a:schemeClr val="dk1"/>
                </a:solidFill>
                <a:latin typeface="Times"/>
                <a:ea typeface="Times"/>
                <a:cs typeface="Times"/>
                <a:sym typeface="Times"/>
              </a:rPr>
              <a:t>The four data sets </a:t>
            </a:r>
            <a:r>
              <a:rPr lang="en-US" sz="3000">
                <a:solidFill>
                  <a:schemeClr val="dk1"/>
                </a:solidFill>
                <a:latin typeface="Times"/>
                <a:ea typeface="Times"/>
                <a:cs typeface="Times"/>
                <a:sym typeface="Times"/>
              </a:rPr>
              <a:t>needed</a:t>
            </a:r>
            <a:r>
              <a:rPr lang="en-US" sz="3000">
                <a:solidFill>
                  <a:schemeClr val="dk1"/>
                </a:solidFill>
                <a:latin typeface="Times"/>
                <a:ea typeface="Times"/>
                <a:cs typeface="Times"/>
                <a:sym typeface="Times"/>
              </a:rPr>
              <a:t> for Omnifold and how the sets relate to each other.</a:t>
            </a:r>
            <a:endParaRPr sz="3000">
              <a:solidFill>
                <a:schemeClr val="dk1"/>
              </a:solidFill>
              <a:latin typeface="Times"/>
              <a:ea typeface="Times"/>
              <a:cs typeface="Times"/>
              <a:sym typeface="Times"/>
            </a:endParaRPr>
          </a:p>
          <a:p>
            <a:pPr indent="0" lvl="0" marL="0" rtl="0" algn="l">
              <a:spcBef>
                <a:spcPts val="0"/>
              </a:spcBef>
              <a:spcAft>
                <a:spcPts val="0"/>
              </a:spcAft>
              <a:buNone/>
            </a:pPr>
            <a:r>
              <a:rPr lang="en-US" sz="3000">
                <a:solidFill>
                  <a:schemeClr val="dk1"/>
                </a:solidFill>
                <a:latin typeface="Times"/>
                <a:ea typeface="Times"/>
                <a:cs typeface="Times"/>
                <a:sym typeface="Times"/>
              </a:rPr>
              <a:t>Image Source: Andreassen, Anders, et al. </a:t>
            </a:r>
            <a:r>
              <a:rPr i="1" lang="en-US" sz="3000">
                <a:solidFill>
                  <a:schemeClr val="dk1"/>
                </a:solidFill>
                <a:latin typeface="Times"/>
                <a:ea typeface="Times"/>
                <a:cs typeface="Times"/>
                <a:sym typeface="Times"/>
              </a:rPr>
              <a:t>OmniFold: A Method to Simultaneously Unfold All Observables</a:t>
            </a:r>
            <a:r>
              <a:rPr lang="en-US" sz="3000">
                <a:solidFill>
                  <a:schemeClr val="dk1"/>
                </a:solidFill>
                <a:latin typeface="Times"/>
                <a:ea typeface="Times"/>
                <a:cs typeface="Times"/>
                <a:sym typeface="Times"/>
              </a:rPr>
              <a:t>. 2019.</a:t>
            </a:r>
            <a:endParaRPr sz="3000">
              <a:solidFill>
                <a:schemeClr val="dk1"/>
              </a:solidFill>
              <a:latin typeface="Times"/>
              <a:ea typeface="Times"/>
              <a:cs typeface="Times"/>
              <a:sym typeface="Times"/>
            </a:endParaRPr>
          </a:p>
        </p:txBody>
      </p:sp>
      <p:sp>
        <p:nvSpPr>
          <p:cNvPr id="114" name="Google Shape;114;p1"/>
          <p:cNvSpPr/>
          <p:nvPr/>
        </p:nvSpPr>
        <p:spPr>
          <a:xfrm>
            <a:off x="11514150" y="26460437"/>
            <a:ext cx="10055100" cy="657000"/>
          </a:xfrm>
          <a:prstGeom prst="rect">
            <a:avLst/>
          </a:prstGeom>
          <a:solidFill>
            <a:srgbClr val="473757"/>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a:ea typeface="Times"/>
              <a:cs typeface="Times"/>
              <a:sym typeface="Times"/>
            </a:endParaRPr>
          </a:p>
        </p:txBody>
      </p:sp>
      <p:sp>
        <p:nvSpPr>
          <p:cNvPr id="115" name="Google Shape;115;p1"/>
          <p:cNvSpPr/>
          <p:nvPr/>
        </p:nvSpPr>
        <p:spPr>
          <a:xfrm>
            <a:off x="11514150" y="27117438"/>
            <a:ext cx="10055100" cy="3838800"/>
          </a:xfrm>
          <a:prstGeom prst="rect">
            <a:avLst/>
          </a:prstGeom>
          <a:solidFill>
            <a:srgbClr val="E4D8C0"/>
          </a:solidFill>
          <a:ln>
            <a:noFill/>
          </a:ln>
        </p:spPr>
        <p:txBody>
          <a:bodyPr anchorCtr="0" anchor="t" bIns="45700" lIns="91425" spcFirstLastPara="1" rIns="91425" wrap="square" tIns="45700">
            <a:noAutofit/>
          </a:bodyPr>
          <a:lstStyle/>
          <a:p>
            <a:pPr indent="457200" lvl="0" marL="0" rtl="0" algn="l">
              <a:lnSpc>
                <a:spcPct val="115000"/>
              </a:lnSpc>
              <a:spcBef>
                <a:spcPts val="0"/>
              </a:spcBef>
              <a:spcAft>
                <a:spcPts val="0"/>
              </a:spcAft>
              <a:buClr>
                <a:schemeClr val="dk1"/>
              </a:buClr>
              <a:buSzPts val="1100"/>
              <a:buFont typeface="Arial"/>
              <a:buNone/>
            </a:pPr>
            <a:r>
              <a:rPr lang="en-US" sz="3000">
                <a:solidFill>
                  <a:schemeClr val="dk1"/>
                </a:solidFill>
                <a:latin typeface="Helvetica Neue"/>
                <a:ea typeface="Helvetica Neue"/>
                <a:cs typeface="Helvetica Neue"/>
                <a:sym typeface="Helvetica Neue"/>
              </a:rPr>
              <a:t>Omnifold has not been extensively tested on steeply</a:t>
            </a:r>
            <a:r>
              <a:rPr lang="en-US" sz="3000">
                <a:solidFill>
                  <a:schemeClr val="dk1"/>
                </a:solidFill>
                <a:latin typeface="Helvetica Neue"/>
                <a:ea typeface="Helvetica Neue"/>
                <a:cs typeface="Helvetica Neue"/>
                <a:sym typeface="Helvetica Neue"/>
              </a:rPr>
              <a:t> falling spectra. While Omnifold works well on datasets whose largest and smallest bins differ by no more than a few orders of magnitude, we test it on steeply falling spectra typically ranging over 7 to 8 orders of magnitude. Omnifold reliably fits the peaks of the spectra but struggles with fitting the tails.</a:t>
            </a:r>
            <a:r>
              <a:rPr baseline="30000" lang="en-US" sz="3000">
                <a:solidFill>
                  <a:schemeClr val="dk1"/>
                </a:solidFill>
                <a:latin typeface="Helvetica Neue"/>
                <a:ea typeface="Helvetica Neue"/>
                <a:cs typeface="Helvetica Neue"/>
                <a:sym typeface="Helvetica Neue"/>
              </a:rPr>
              <a:t> </a:t>
            </a:r>
            <a:endParaRPr baseline="30000" i="0" sz="3000" u="none" cap="none" strike="noStrike">
              <a:solidFill>
                <a:schemeClr val="dk1"/>
              </a:solidFill>
              <a:latin typeface="Helvetica Neue"/>
              <a:ea typeface="Helvetica Neue"/>
              <a:cs typeface="Helvetica Neue"/>
              <a:sym typeface="Helvetica Neue"/>
            </a:endParaRPr>
          </a:p>
        </p:txBody>
      </p:sp>
      <p:sp>
        <p:nvSpPr>
          <p:cNvPr id="116" name="Google Shape;116;p1"/>
          <p:cNvSpPr txBox="1"/>
          <p:nvPr/>
        </p:nvSpPr>
        <p:spPr>
          <a:xfrm>
            <a:off x="11512488" y="26460430"/>
            <a:ext cx="10058400" cy="657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00"/>
              <a:buFont typeface="Arial"/>
              <a:buNone/>
            </a:pPr>
            <a:r>
              <a:rPr b="1" lang="en-US" sz="4800">
                <a:solidFill>
                  <a:schemeClr val="lt1"/>
                </a:solidFill>
                <a:latin typeface="Helvetica Neue"/>
                <a:ea typeface="Helvetica Neue"/>
                <a:cs typeface="Helvetica Neue"/>
                <a:sym typeface="Helvetica Neue"/>
              </a:rPr>
              <a:t>Steeply Falling Spectra</a:t>
            </a:r>
            <a:endParaRPr b="0" i="0" sz="1400" u="none" cap="none" strike="noStrike">
              <a:solidFill>
                <a:srgbClr val="000000"/>
              </a:solidFill>
              <a:latin typeface="Arial"/>
              <a:ea typeface="Arial"/>
              <a:cs typeface="Arial"/>
              <a:sym typeface="Arial"/>
            </a:endParaRPr>
          </a:p>
        </p:txBody>
      </p:sp>
      <p:sp>
        <p:nvSpPr>
          <p:cNvPr id="117" name="Google Shape;117;p1"/>
          <p:cNvSpPr/>
          <p:nvPr/>
        </p:nvSpPr>
        <p:spPr>
          <a:xfrm>
            <a:off x="22185975" y="5131125"/>
            <a:ext cx="10055100" cy="657000"/>
          </a:xfrm>
          <a:prstGeom prst="rect">
            <a:avLst/>
          </a:prstGeom>
          <a:solidFill>
            <a:srgbClr val="473757"/>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a:ea typeface="Times"/>
              <a:cs typeface="Times"/>
              <a:sym typeface="Times"/>
            </a:endParaRPr>
          </a:p>
        </p:txBody>
      </p:sp>
      <p:sp>
        <p:nvSpPr>
          <p:cNvPr id="118" name="Google Shape;118;p1"/>
          <p:cNvSpPr/>
          <p:nvPr/>
        </p:nvSpPr>
        <p:spPr>
          <a:xfrm>
            <a:off x="22187625" y="5799875"/>
            <a:ext cx="10055100" cy="12062700"/>
          </a:xfrm>
          <a:prstGeom prst="rect">
            <a:avLst/>
          </a:prstGeom>
          <a:solidFill>
            <a:srgbClr val="E4D8C0"/>
          </a:solidFill>
          <a:ln>
            <a:noFill/>
          </a:ln>
        </p:spPr>
        <p:txBody>
          <a:bodyPr anchorCtr="0" anchor="t" bIns="45700" lIns="91425" spcFirstLastPara="1" rIns="91425" wrap="square" tIns="45700">
            <a:noAutofit/>
          </a:bodyPr>
          <a:lstStyle/>
          <a:p>
            <a:pPr indent="457200" lvl="0" marL="0" rtl="0" algn="l">
              <a:lnSpc>
                <a:spcPct val="115000"/>
              </a:lnSpc>
              <a:spcBef>
                <a:spcPts val="0"/>
              </a:spcBef>
              <a:spcAft>
                <a:spcPts val="0"/>
              </a:spcAft>
              <a:buClr>
                <a:schemeClr val="dk1"/>
              </a:buClr>
              <a:buSzPts val="1100"/>
              <a:buFont typeface="Arial"/>
              <a:buNone/>
            </a:pPr>
            <a:r>
              <a:t/>
            </a:r>
            <a:endParaRPr i="0" sz="3000" u="none" cap="none" strike="noStrike">
              <a:solidFill>
                <a:schemeClr val="dk1"/>
              </a:solidFill>
              <a:latin typeface="Helvetica Neue"/>
              <a:ea typeface="Helvetica Neue"/>
              <a:cs typeface="Helvetica Neue"/>
              <a:sym typeface="Helvetica Neue"/>
            </a:endParaRPr>
          </a:p>
        </p:txBody>
      </p:sp>
      <p:sp>
        <p:nvSpPr>
          <p:cNvPr id="119" name="Google Shape;119;p1"/>
          <p:cNvSpPr txBox="1"/>
          <p:nvPr/>
        </p:nvSpPr>
        <p:spPr>
          <a:xfrm>
            <a:off x="22187625" y="5143500"/>
            <a:ext cx="10055100" cy="657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00"/>
              <a:buFont typeface="Arial"/>
              <a:buNone/>
            </a:pPr>
            <a:r>
              <a:rPr b="1" lang="en-US" sz="4800">
                <a:solidFill>
                  <a:schemeClr val="lt1"/>
                </a:solidFill>
                <a:latin typeface="Helvetica Neue"/>
                <a:ea typeface="Helvetica Neue"/>
                <a:cs typeface="Helvetica Neue"/>
                <a:sym typeface="Helvetica Neue"/>
              </a:rPr>
              <a:t>Steeply Falling Spectra</a:t>
            </a:r>
            <a:endParaRPr b="0" i="0" sz="1400" u="none" cap="none" strike="noStrike">
              <a:solidFill>
                <a:srgbClr val="000000"/>
              </a:solidFill>
              <a:latin typeface="Arial"/>
              <a:ea typeface="Arial"/>
              <a:cs typeface="Arial"/>
              <a:sym typeface="Arial"/>
            </a:endParaRPr>
          </a:p>
        </p:txBody>
      </p:sp>
      <p:sp>
        <p:nvSpPr>
          <p:cNvPr id="120" name="Google Shape;120;p1"/>
          <p:cNvSpPr txBox="1"/>
          <p:nvPr/>
        </p:nvSpPr>
        <p:spPr>
          <a:xfrm>
            <a:off x="27257175" y="12540388"/>
            <a:ext cx="3986400" cy="30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000">
                <a:solidFill>
                  <a:schemeClr val="dk1"/>
                </a:solidFill>
                <a:latin typeface="Times"/>
                <a:ea typeface="Times"/>
                <a:cs typeface="Times"/>
                <a:sym typeface="Times"/>
              </a:rPr>
              <a:t>Fig. 3: </a:t>
            </a:r>
            <a:r>
              <a:rPr lang="en-US" sz="3000">
                <a:solidFill>
                  <a:schemeClr val="dk1"/>
                </a:solidFill>
                <a:latin typeface="Times"/>
                <a:ea typeface="Times"/>
                <a:cs typeface="Times"/>
                <a:sym typeface="Times"/>
              </a:rPr>
              <a:t>Uppermost plots show result of using the unaltered Omnifold algorithm on a steeply falling spectrum. Middle plots show result of </a:t>
            </a:r>
            <a:endParaRPr sz="3000">
              <a:solidFill>
                <a:schemeClr val="dk1"/>
              </a:solidFill>
              <a:latin typeface="Times"/>
              <a:ea typeface="Times"/>
              <a:cs typeface="Times"/>
              <a:sym typeface="Times"/>
            </a:endParaRPr>
          </a:p>
        </p:txBody>
      </p:sp>
      <p:sp>
        <p:nvSpPr>
          <p:cNvPr id="121" name="Google Shape;121;p1"/>
          <p:cNvSpPr/>
          <p:nvPr/>
        </p:nvSpPr>
        <p:spPr>
          <a:xfrm>
            <a:off x="22186800" y="18348412"/>
            <a:ext cx="10055100" cy="657000"/>
          </a:xfrm>
          <a:prstGeom prst="rect">
            <a:avLst/>
          </a:prstGeom>
          <a:solidFill>
            <a:srgbClr val="473757"/>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a:ea typeface="Times"/>
              <a:cs typeface="Times"/>
              <a:sym typeface="Times"/>
            </a:endParaRPr>
          </a:p>
        </p:txBody>
      </p:sp>
      <p:sp>
        <p:nvSpPr>
          <p:cNvPr id="122" name="Google Shape;122;p1"/>
          <p:cNvSpPr/>
          <p:nvPr/>
        </p:nvSpPr>
        <p:spPr>
          <a:xfrm>
            <a:off x="22190100" y="18989000"/>
            <a:ext cx="10055100" cy="11967300"/>
          </a:xfrm>
          <a:prstGeom prst="rect">
            <a:avLst/>
          </a:prstGeom>
          <a:solidFill>
            <a:srgbClr val="E4D8C0"/>
          </a:solidFill>
          <a:ln>
            <a:noFill/>
          </a:ln>
        </p:spPr>
        <p:txBody>
          <a:bodyPr anchorCtr="0" anchor="t" bIns="45700" lIns="91425" spcFirstLastPara="1" rIns="91425" wrap="square" tIns="45700">
            <a:noAutofit/>
          </a:bodyPr>
          <a:lstStyle/>
          <a:p>
            <a:pPr indent="457200" lvl="0" marL="0" rtl="0" algn="l">
              <a:lnSpc>
                <a:spcPct val="115000"/>
              </a:lnSpc>
              <a:spcBef>
                <a:spcPts val="0"/>
              </a:spcBef>
              <a:spcAft>
                <a:spcPts val="0"/>
              </a:spcAft>
              <a:buClr>
                <a:schemeClr val="dk1"/>
              </a:buClr>
              <a:buSzPts val="1100"/>
              <a:buFont typeface="Arial"/>
              <a:buNone/>
            </a:pPr>
            <a:r>
              <a:rPr lang="en-US" sz="3000">
                <a:solidFill>
                  <a:schemeClr val="dk1"/>
                </a:solidFill>
                <a:latin typeface="Helvetica Neue"/>
                <a:ea typeface="Helvetica Neue"/>
                <a:cs typeface="Helvetica Neue"/>
                <a:sym typeface="Helvetica Neue"/>
              </a:rPr>
              <a:t>We altered Omnifold by giving the classifier for each of the two steps weights that had been changed by a custom weighting function. This function was chosen to rescale the initial weights such that the tail of the steeply falling spectra would have a similar value to the peak.</a:t>
            </a:r>
            <a:endParaRPr i="0" sz="3000" u="none" cap="none" strike="noStrike">
              <a:solidFill>
                <a:schemeClr val="dk1"/>
              </a:solidFill>
              <a:latin typeface="Helvetica Neue"/>
              <a:ea typeface="Helvetica Neue"/>
              <a:cs typeface="Helvetica Neue"/>
              <a:sym typeface="Helvetica Neue"/>
            </a:endParaRPr>
          </a:p>
        </p:txBody>
      </p:sp>
      <p:sp>
        <p:nvSpPr>
          <p:cNvPr id="123" name="Google Shape;123;p1"/>
          <p:cNvSpPr txBox="1"/>
          <p:nvPr/>
        </p:nvSpPr>
        <p:spPr>
          <a:xfrm>
            <a:off x="22186800" y="18348400"/>
            <a:ext cx="10055100" cy="657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00"/>
              <a:buFont typeface="Arial"/>
              <a:buNone/>
            </a:pPr>
            <a:r>
              <a:rPr b="1" lang="en-US" sz="4800">
                <a:solidFill>
                  <a:schemeClr val="lt1"/>
                </a:solidFill>
                <a:latin typeface="Helvetica Neue"/>
                <a:ea typeface="Helvetica Neue"/>
                <a:cs typeface="Helvetica Neue"/>
                <a:sym typeface="Helvetica Neue"/>
              </a:rPr>
              <a:t>Custom Weights </a:t>
            </a:r>
            <a:endParaRPr b="0" i="0" sz="1400" u="none" cap="none" strike="noStrike">
              <a:solidFill>
                <a:srgbClr val="000000"/>
              </a:solidFill>
              <a:latin typeface="Arial"/>
              <a:ea typeface="Arial"/>
              <a:cs typeface="Arial"/>
              <a:sym typeface="Arial"/>
            </a:endParaRPr>
          </a:p>
        </p:txBody>
      </p:sp>
      <p:sp>
        <p:nvSpPr>
          <p:cNvPr id="124" name="Google Shape;124;p1"/>
          <p:cNvSpPr txBox="1"/>
          <p:nvPr/>
        </p:nvSpPr>
        <p:spPr>
          <a:xfrm>
            <a:off x="23293050" y="28029475"/>
            <a:ext cx="8052300" cy="263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000">
                <a:solidFill>
                  <a:schemeClr val="dk1"/>
                </a:solidFill>
                <a:latin typeface="Times"/>
                <a:ea typeface="Times"/>
                <a:cs typeface="Times"/>
                <a:sym typeface="Times"/>
              </a:rPr>
              <a:t>Fig. 4: </a:t>
            </a:r>
            <a:r>
              <a:rPr lang="en-US" sz="3000">
                <a:solidFill>
                  <a:schemeClr val="dk1"/>
                </a:solidFill>
                <a:latin typeface="Times"/>
                <a:ea typeface="Times"/>
                <a:cs typeface="Times"/>
                <a:sym typeface="Times"/>
              </a:rPr>
              <a:t>Uppermost plots show result of using Omnifold with the custom reweighting function. Middle plots show what Omnifold “sees” when fitting. The custom reweighting function used here is </a:t>
            </a:r>
            <a:r>
              <a:rPr i="1" lang="en-US" sz="3000">
                <a:solidFill>
                  <a:schemeClr val="dk1"/>
                </a:solidFill>
                <a:latin typeface="Times"/>
                <a:ea typeface="Times"/>
                <a:cs typeface="Times"/>
                <a:sym typeface="Times"/>
              </a:rPr>
              <a:t>Weight</a:t>
            </a:r>
            <a:r>
              <a:rPr baseline="-25000" i="1" lang="en-US" sz="3000">
                <a:solidFill>
                  <a:schemeClr val="dk1"/>
                </a:solidFill>
                <a:latin typeface="Times"/>
                <a:ea typeface="Times"/>
                <a:cs typeface="Times"/>
                <a:sym typeface="Times"/>
              </a:rPr>
              <a:t>new</a:t>
            </a:r>
            <a:r>
              <a:rPr i="1" lang="en-US" sz="3000">
                <a:solidFill>
                  <a:schemeClr val="dk1"/>
                </a:solidFill>
                <a:latin typeface="Times"/>
                <a:ea typeface="Times"/>
                <a:cs typeface="Times"/>
                <a:sym typeface="Times"/>
              </a:rPr>
              <a:t> = Weight</a:t>
            </a:r>
            <a:r>
              <a:rPr baseline="-25000" i="1" lang="en-US" sz="3000">
                <a:solidFill>
                  <a:schemeClr val="dk1"/>
                </a:solidFill>
                <a:latin typeface="Times"/>
                <a:ea typeface="Times"/>
                <a:cs typeface="Times"/>
                <a:sym typeface="Times"/>
              </a:rPr>
              <a:t>old</a:t>
            </a:r>
            <a:r>
              <a:rPr lang="en-US" sz="3000">
                <a:solidFill>
                  <a:schemeClr val="dk1"/>
                </a:solidFill>
                <a:latin typeface="Times"/>
                <a:ea typeface="Times"/>
                <a:cs typeface="Times"/>
                <a:sym typeface="Times"/>
              </a:rPr>
              <a:t>exp(</a:t>
            </a:r>
            <a:r>
              <a:rPr i="1" lang="en-US" sz="3000">
                <a:solidFill>
                  <a:schemeClr val="dk1"/>
                </a:solidFill>
                <a:latin typeface="Times"/>
                <a:ea typeface="Times"/>
                <a:cs typeface="Times"/>
                <a:sym typeface="Times"/>
              </a:rPr>
              <a:t>p</a:t>
            </a:r>
            <a:r>
              <a:rPr baseline="-25000" i="1" lang="en-US" sz="3000">
                <a:solidFill>
                  <a:schemeClr val="dk1"/>
                </a:solidFill>
                <a:latin typeface="Times"/>
                <a:ea typeface="Times"/>
                <a:cs typeface="Times"/>
                <a:sym typeface="Times"/>
              </a:rPr>
              <a:t>T</a:t>
            </a:r>
            <a:r>
              <a:rPr baseline="30000" lang="en-US" sz="3000">
                <a:solidFill>
                  <a:schemeClr val="dk1"/>
                </a:solidFill>
                <a:latin typeface="Times"/>
                <a:ea typeface="Times"/>
                <a:cs typeface="Times"/>
                <a:sym typeface="Times"/>
              </a:rPr>
              <a:t>0.68</a:t>
            </a:r>
            <a:r>
              <a:rPr lang="en-US" sz="3000">
                <a:solidFill>
                  <a:schemeClr val="dk1"/>
                </a:solidFill>
                <a:latin typeface="Times"/>
                <a:ea typeface="Times"/>
                <a:cs typeface="Times"/>
                <a:sym typeface="Times"/>
              </a:rPr>
              <a:t>).</a:t>
            </a:r>
            <a:endParaRPr sz="3000">
              <a:solidFill>
                <a:schemeClr val="dk1"/>
              </a:solidFill>
              <a:latin typeface="Times"/>
              <a:ea typeface="Times"/>
              <a:cs typeface="Times"/>
              <a:sym typeface="Times"/>
            </a:endParaRPr>
          </a:p>
        </p:txBody>
      </p:sp>
      <p:sp>
        <p:nvSpPr>
          <p:cNvPr id="125" name="Google Shape;125;p1"/>
          <p:cNvSpPr/>
          <p:nvPr/>
        </p:nvSpPr>
        <p:spPr>
          <a:xfrm>
            <a:off x="33069150" y="5799875"/>
            <a:ext cx="10055100" cy="12246900"/>
          </a:xfrm>
          <a:prstGeom prst="rect">
            <a:avLst/>
          </a:prstGeom>
          <a:solidFill>
            <a:srgbClr val="E4D8C0"/>
          </a:solidFill>
          <a:ln>
            <a:noFill/>
          </a:ln>
        </p:spPr>
        <p:txBody>
          <a:bodyPr anchorCtr="0" anchor="t" bIns="45700" lIns="91425" spcFirstLastPara="1" rIns="91425" wrap="square" tIns="45700">
            <a:noAutofit/>
          </a:bodyPr>
          <a:lstStyle/>
          <a:p>
            <a:pPr indent="457200" lvl="0" marL="0" rtl="0" algn="l">
              <a:lnSpc>
                <a:spcPct val="115000"/>
              </a:lnSpc>
              <a:spcBef>
                <a:spcPts val="0"/>
              </a:spcBef>
              <a:spcAft>
                <a:spcPts val="0"/>
              </a:spcAft>
              <a:buClr>
                <a:schemeClr val="dk1"/>
              </a:buClr>
              <a:buSzPts val="1100"/>
              <a:buFont typeface="Arial"/>
              <a:buNone/>
            </a:pPr>
            <a:r>
              <a:rPr lang="en-US" sz="3000">
                <a:solidFill>
                  <a:schemeClr val="dk1"/>
                </a:solidFill>
                <a:latin typeface="Helvetica Neue"/>
                <a:ea typeface="Helvetica Neue"/>
                <a:cs typeface="Helvetica Neue"/>
                <a:sym typeface="Helvetica Neue"/>
              </a:rPr>
              <a:t>Omnifold consistently fits steeply falling spectra more effectively with the implementation of a custom reweighting function. Not only is the final fit more accurate than before, but the altered Omnifold algorithm fits more consistently as well. This results in the fits having a lower average percent error as well as lower standard deviations than before.</a:t>
            </a:r>
            <a:endParaRPr i="0" sz="3000" u="none" cap="none" strike="noStrike">
              <a:solidFill>
                <a:schemeClr val="dk1"/>
              </a:solidFill>
              <a:latin typeface="Helvetica Neue"/>
              <a:ea typeface="Helvetica Neue"/>
              <a:cs typeface="Helvetica Neue"/>
              <a:sym typeface="Helvetica Neue"/>
            </a:endParaRPr>
          </a:p>
        </p:txBody>
      </p:sp>
      <p:sp>
        <p:nvSpPr>
          <p:cNvPr id="126" name="Google Shape;126;p1"/>
          <p:cNvSpPr/>
          <p:nvPr/>
        </p:nvSpPr>
        <p:spPr>
          <a:xfrm>
            <a:off x="33070800" y="5131125"/>
            <a:ext cx="10055100" cy="657000"/>
          </a:xfrm>
          <a:prstGeom prst="rect">
            <a:avLst/>
          </a:prstGeom>
          <a:solidFill>
            <a:srgbClr val="473757"/>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a:ea typeface="Times"/>
              <a:cs typeface="Times"/>
              <a:sym typeface="Times"/>
            </a:endParaRPr>
          </a:p>
        </p:txBody>
      </p:sp>
      <p:sp>
        <p:nvSpPr>
          <p:cNvPr id="127" name="Google Shape;127;p1"/>
          <p:cNvSpPr txBox="1"/>
          <p:nvPr/>
        </p:nvSpPr>
        <p:spPr>
          <a:xfrm>
            <a:off x="33069150" y="5143500"/>
            <a:ext cx="10055100" cy="657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00"/>
              <a:buFont typeface="Arial"/>
              <a:buNone/>
            </a:pPr>
            <a:r>
              <a:rPr b="1" lang="en-US" sz="4800">
                <a:solidFill>
                  <a:schemeClr val="lt1"/>
                </a:solidFill>
                <a:latin typeface="Helvetica Neue"/>
                <a:ea typeface="Helvetica Neue"/>
                <a:cs typeface="Helvetica Neue"/>
                <a:sym typeface="Helvetica Neue"/>
              </a:rPr>
              <a:t>Results</a:t>
            </a:r>
            <a:endParaRPr b="0" i="0" sz="1400" u="none" cap="none" strike="noStrike">
              <a:solidFill>
                <a:srgbClr val="000000"/>
              </a:solidFill>
              <a:latin typeface="Arial"/>
              <a:ea typeface="Arial"/>
              <a:cs typeface="Arial"/>
              <a:sym typeface="Arial"/>
            </a:endParaRPr>
          </a:p>
        </p:txBody>
      </p:sp>
      <p:grpSp>
        <p:nvGrpSpPr>
          <p:cNvPr id="128" name="Google Shape;128;p1"/>
          <p:cNvGrpSpPr/>
          <p:nvPr/>
        </p:nvGrpSpPr>
        <p:grpSpPr>
          <a:xfrm>
            <a:off x="34176545" y="9851776"/>
            <a:ext cx="7840307" cy="6113145"/>
            <a:chOff x="33648175" y="9945275"/>
            <a:chExt cx="12742251" cy="9525000"/>
          </a:xfrm>
        </p:grpSpPr>
        <p:pic>
          <p:nvPicPr>
            <p:cNvPr id="129" name="Google Shape;129;p1"/>
            <p:cNvPicPr preferRelativeResize="0"/>
            <p:nvPr/>
          </p:nvPicPr>
          <p:blipFill rotWithShape="1">
            <a:blip r:embed="rId9">
              <a:alphaModFix/>
            </a:blip>
            <a:srcRect b="0" l="7183" r="48225" t="0"/>
            <a:stretch/>
          </p:blipFill>
          <p:spPr>
            <a:xfrm>
              <a:off x="33648175" y="9945275"/>
              <a:ext cx="6371126" cy="4762500"/>
            </a:xfrm>
            <a:prstGeom prst="rect">
              <a:avLst/>
            </a:prstGeom>
            <a:solidFill>
              <a:srgbClr val="E4D8C0"/>
            </a:solidFill>
            <a:ln>
              <a:noFill/>
            </a:ln>
          </p:spPr>
        </p:pic>
        <p:pic>
          <p:nvPicPr>
            <p:cNvPr id="130" name="Google Shape;130;p1"/>
            <p:cNvPicPr preferRelativeResize="0"/>
            <p:nvPr/>
          </p:nvPicPr>
          <p:blipFill rotWithShape="1">
            <a:blip r:embed="rId10">
              <a:alphaModFix/>
            </a:blip>
            <a:srcRect b="0" l="7148" r="48258" t="0"/>
            <a:stretch/>
          </p:blipFill>
          <p:spPr>
            <a:xfrm>
              <a:off x="40019300" y="9945275"/>
              <a:ext cx="6371126" cy="4762500"/>
            </a:xfrm>
            <a:prstGeom prst="rect">
              <a:avLst/>
            </a:prstGeom>
            <a:solidFill>
              <a:srgbClr val="E4D8C0"/>
            </a:solidFill>
            <a:ln>
              <a:noFill/>
            </a:ln>
          </p:spPr>
        </p:pic>
        <p:pic>
          <p:nvPicPr>
            <p:cNvPr id="131" name="Google Shape;131;p1"/>
            <p:cNvPicPr preferRelativeResize="0"/>
            <p:nvPr/>
          </p:nvPicPr>
          <p:blipFill rotWithShape="1">
            <a:blip r:embed="rId11">
              <a:alphaModFix/>
            </a:blip>
            <a:srcRect b="0" l="7197" r="48211" t="0"/>
            <a:stretch/>
          </p:blipFill>
          <p:spPr>
            <a:xfrm>
              <a:off x="33648175" y="14707775"/>
              <a:ext cx="6371126" cy="4762500"/>
            </a:xfrm>
            <a:prstGeom prst="rect">
              <a:avLst/>
            </a:prstGeom>
            <a:solidFill>
              <a:srgbClr val="E4D8C0"/>
            </a:solidFill>
            <a:ln>
              <a:noFill/>
            </a:ln>
          </p:spPr>
        </p:pic>
        <p:pic>
          <p:nvPicPr>
            <p:cNvPr id="132" name="Google Shape;132;p1"/>
            <p:cNvPicPr preferRelativeResize="0"/>
            <p:nvPr/>
          </p:nvPicPr>
          <p:blipFill rotWithShape="1">
            <a:blip r:embed="rId12">
              <a:alphaModFix/>
            </a:blip>
            <a:srcRect b="0" l="6965" r="48441" t="0"/>
            <a:stretch/>
          </p:blipFill>
          <p:spPr>
            <a:xfrm>
              <a:off x="40019299" y="14707775"/>
              <a:ext cx="6371126" cy="4762500"/>
            </a:xfrm>
            <a:prstGeom prst="rect">
              <a:avLst/>
            </a:prstGeom>
            <a:solidFill>
              <a:srgbClr val="E4D8C0"/>
            </a:solidFill>
            <a:ln>
              <a:noFill/>
            </a:ln>
          </p:spPr>
        </p:pic>
      </p:grpSp>
      <p:sp>
        <p:nvSpPr>
          <p:cNvPr id="133" name="Google Shape;133;p1"/>
          <p:cNvSpPr txBox="1"/>
          <p:nvPr/>
        </p:nvSpPr>
        <p:spPr>
          <a:xfrm>
            <a:off x="34070550" y="15964925"/>
            <a:ext cx="8052300" cy="295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000">
                <a:solidFill>
                  <a:schemeClr val="dk1"/>
                </a:solidFill>
                <a:latin typeface="Times"/>
                <a:ea typeface="Times"/>
                <a:cs typeface="Times"/>
                <a:sym typeface="Times"/>
              </a:rPr>
              <a:t>Fig. 5: </a:t>
            </a:r>
            <a:r>
              <a:rPr lang="en-US" sz="3000">
                <a:solidFill>
                  <a:schemeClr val="dk1"/>
                </a:solidFill>
                <a:latin typeface="Times"/>
                <a:ea typeface="Times"/>
                <a:cs typeface="Times"/>
                <a:sym typeface="Times"/>
              </a:rPr>
              <a:t>Average percent difference between Omnifold fit and natural true data, with and without the custom reweighting function. Each plot shows results from different 25 MeV ranges.</a:t>
            </a:r>
            <a:endParaRPr sz="3000">
              <a:solidFill>
                <a:schemeClr val="dk1"/>
              </a:solidFill>
              <a:latin typeface="Times"/>
              <a:ea typeface="Times"/>
              <a:cs typeface="Times"/>
              <a:sym typeface="Times"/>
            </a:endParaRPr>
          </a:p>
        </p:txBody>
      </p:sp>
      <p:sp>
        <p:nvSpPr>
          <p:cNvPr id="134" name="Google Shape;134;p1"/>
          <p:cNvSpPr/>
          <p:nvPr/>
        </p:nvSpPr>
        <p:spPr>
          <a:xfrm>
            <a:off x="33070800" y="19347050"/>
            <a:ext cx="10055100" cy="4197000"/>
          </a:xfrm>
          <a:prstGeom prst="rect">
            <a:avLst/>
          </a:prstGeom>
          <a:solidFill>
            <a:srgbClr val="E4D8C0"/>
          </a:solidFill>
          <a:ln>
            <a:noFill/>
          </a:ln>
        </p:spPr>
        <p:txBody>
          <a:bodyPr anchorCtr="0" anchor="t" bIns="45700" lIns="91425" spcFirstLastPara="1" rIns="91425" wrap="square" tIns="45700">
            <a:noAutofit/>
          </a:bodyPr>
          <a:lstStyle/>
          <a:p>
            <a:pPr indent="457200" lvl="0" marL="0" rtl="0" algn="l">
              <a:lnSpc>
                <a:spcPct val="115000"/>
              </a:lnSpc>
              <a:spcBef>
                <a:spcPts val="0"/>
              </a:spcBef>
              <a:spcAft>
                <a:spcPts val="0"/>
              </a:spcAft>
              <a:buClr>
                <a:schemeClr val="dk1"/>
              </a:buClr>
              <a:buSzPts val="1100"/>
              <a:buFont typeface="Arial"/>
              <a:buNone/>
            </a:pPr>
            <a:r>
              <a:rPr lang="en-US" sz="3000">
                <a:solidFill>
                  <a:schemeClr val="dk1"/>
                </a:solidFill>
                <a:latin typeface="Helvetica Neue"/>
                <a:ea typeface="Helvetica Neue"/>
                <a:cs typeface="Helvetica Neue"/>
                <a:sym typeface="Helvetica Neue"/>
              </a:rPr>
              <a:t>Our custom reweighting function was chosen due to our steeply falling spectra decaying roughly exponentially. However, we would like a reproducible way of fitting a function to our spectra and using that to create a custom reweighting function. We believe that an ideal reweighting function would flatten the curve that Omnifold “sees”. A fit of this nature has not yet been achieved by us, as the form of the function is likely complicated.</a:t>
            </a:r>
            <a:endParaRPr i="0" sz="3000" u="none" cap="none" strike="noStrike">
              <a:solidFill>
                <a:schemeClr val="dk1"/>
              </a:solidFill>
              <a:latin typeface="Helvetica Neue"/>
              <a:ea typeface="Helvetica Neue"/>
              <a:cs typeface="Helvetica Neue"/>
              <a:sym typeface="Helvetica Neue"/>
            </a:endParaRPr>
          </a:p>
        </p:txBody>
      </p:sp>
      <p:sp>
        <p:nvSpPr>
          <p:cNvPr id="135" name="Google Shape;135;p1"/>
          <p:cNvSpPr/>
          <p:nvPr/>
        </p:nvSpPr>
        <p:spPr>
          <a:xfrm>
            <a:off x="33070800" y="18672487"/>
            <a:ext cx="10055100" cy="657000"/>
          </a:xfrm>
          <a:prstGeom prst="rect">
            <a:avLst/>
          </a:prstGeom>
          <a:solidFill>
            <a:srgbClr val="473757"/>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a:ea typeface="Times"/>
              <a:cs typeface="Times"/>
              <a:sym typeface="Times"/>
            </a:endParaRPr>
          </a:p>
        </p:txBody>
      </p:sp>
      <p:sp>
        <p:nvSpPr>
          <p:cNvPr id="136" name="Google Shape;136;p1"/>
          <p:cNvSpPr txBox="1"/>
          <p:nvPr/>
        </p:nvSpPr>
        <p:spPr>
          <a:xfrm>
            <a:off x="33070800" y="18690700"/>
            <a:ext cx="10055100" cy="657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00"/>
              <a:buFont typeface="Arial"/>
              <a:buNone/>
            </a:pPr>
            <a:r>
              <a:rPr b="1" lang="en-US" sz="4800">
                <a:solidFill>
                  <a:schemeClr val="lt1"/>
                </a:solidFill>
                <a:latin typeface="Helvetica Neue"/>
                <a:ea typeface="Helvetica Neue"/>
                <a:cs typeface="Helvetica Neue"/>
                <a:sym typeface="Helvetica Neue"/>
              </a:rPr>
              <a:t>Future Work</a:t>
            </a:r>
            <a:endParaRPr b="0" i="0" sz="1400" u="none" cap="none" strike="noStrike">
              <a:solidFill>
                <a:srgbClr val="000000"/>
              </a:solidFill>
              <a:latin typeface="Arial"/>
              <a:ea typeface="Arial"/>
              <a:cs typeface="Arial"/>
              <a:sym typeface="Arial"/>
            </a:endParaRPr>
          </a:p>
        </p:txBody>
      </p:sp>
      <p:grpSp>
        <p:nvGrpSpPr>
          <p:cNvPr id="137" name="Google Shape;137;p1"/>
          <p:cNvGrpSpPr/>
          <p:nvPr/>
        </p:nvGrpSpPr>
        <p:grpSpPr>
          <a:xfrm>
            <a:off x="23336850" y="6127563"/>
            <a:ext cx="7753350" cy="6112975"/>
            <a:chOff x="23336850" y="6127563"/>
            <a:chExt cx="7753350" cy="6112975"/>
          </a:xfrm>
        </p:grpSpPr>
        <p:pic>
          <p:nvPicPr>
            <p:cNvPr id="138" name="Google Shape;138;p1"/>
            <p:cNvPicPr preferRelativeResize="0"/>
            <p:nvPr/>
          </p:nvPicPr>
          <p:blipFill rotWithShape="1">
            <a:blip r:embed="rId13">
              <a:alphaModFix/>
            </a:blip>
            <a:srcRect b="0" l="8100" r="7339" t="0"/>
            <a:stretch/>
          </p:blipFill>
          <p:spPr>
            <a:xfrm>
              <a:off x="23336850" y="6127563"/>
              <a:ext cx="7753350" cy="3056475"/>
            </a:xfrm>
            <a:prstGeom prst="rect">
              <a:avLst/>
            </a:prstGeom>
            <a:noFill/>
            <a:ln>
              <a:noFill/>
            </a:ln>
          </p:spPr>
        </p:pic>
        <p:pic>
          <p:nvPicPr>
            <p:cNvPr id="139" name="Google Shape;139;p1"/>
            <p:cNvPicPr preferRelativeResize="0"/>
            <p:nvPr/>
          </p:nvPicPr>
          <p:blipFill rotWithShape="1">
            <a:blip r:embed="rId14">
              <a:alphaModFix/>
            </a:blip>
            <a:srcRect b="0" l="8100" r="7339" t="0"/>
            <a:stretch/>
          </p:blipFill>
          <p:spPr>
            <a:xfrm>
              <a:off x="23336850" y="9184038"/>
              <a:ext cx="7753350" cy="3056500"/>
            </a:xfrm>
            <a:prstGeom prst="rect">
              <a:avLst/>
            </a:prstGeom>
            <a:noFill/>
            <a:ln>
              <a:noFill/>
            </a:ln>
          </p:spPr>
        </p:pic>
      </p:grpSp>
      <p:pic>
        <p:nvPicPr>
          <p:cNvPr id="140" name="Google Shape;140;p1"/>
          <p:cNvPicPr preferRelativeResize="0"/>
          <p:nvPr/>
        </p:nvPicPr>
        <p:blipFill rotWithShape="1">
          <a:blip r:embed="rId15">
            <a:alphaModFix/>
          </a:blip>
          <a:srcRect b="0" l="8106" r="49140" t="0"/>
          <a:stretch/>
        </p:blipFill>
        <p:spPr>
          <a:xfrm>
            <a:off x="23336850" y="12237975"/>
            <a:ext cx="3920325" cy="3056500"/>
          </a:xfrm>
          <a:prstGeom prst="rect">
            <a:avLst/>
          </a:prstGeom>
          <a:noFill/>
          <a:ln>
            <a:noFill/>
          </a:ln>
        </p:spPr>
      </p:pic>
      <p:sp>
        <p:nvSpPr>
          <p:cNvPr id="141" name="Google Shape;141;p1"/>
          <p:cNvSpPr txBox="1"/>
          <p:nvPr/>
        </p:nvSpPr>
        <p:spPr>
          <a:xfrm>
            <a:off x="23341050" y="15294475"/>
            <a:ext cx="7753200" cy="247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3000">
                <a:solidFill>
                  <a:schemeClr val="dk1"/>
                </a:solidFill>
                <a:latin typeface="Times"/>
                <a:ea typeface="Times"/>
                <a:cs typeface="Times"/>
                <a:sym typeface="Times"/>
              </a:rPr>
              <a:t>same procedure done on a less steep spectrum. Final plot shows average percent differences for multiple tests. We use Root to generate Monte Carlo data based on advanced simulations of the STAR detector response.</a:t>
            </a:r>
            <a:endParaRPr sz="15400">
              <a:solidFill>
                <a:schemeClr val="dk1"/>
              </a:solidFill>
              <a:latin typeface="Times"/>
              <a:ea typeface="Times"/>
              <a:cs typeface="Times"/>
              <a:sym typeface="Times"/>
            </a:endParaRPr>
          </a:p>
        </p:txBody>
      </p:sp>
      <p:pic>
        <p:nvPicPr>
          <p:cNvPr id="142" name="Google Shape;142;p1"/>
          <p:cNvPicPr preferRelativeResize="0"/>
          <p:nvPr/>
        </p:nvPicPr>
        <p:blipFill rotWithShape="1">
          <a:blip r:embed="rId16">
            <a:alphaModFix/>
          </a:blip>
          <a:srcRect b="0" l="8066" r="7373" t="0"/>
          <a:stretch/>
        </p:blipFill>
        <p:spPr>
          <a:xfrm>
            <a:off x="23336850" y="21916663"/>
            <a:ext cx="7753350" cy="3056400"/>
          </a:xfrm>
          <a:prstGeom prst="rect">
            <a:avLst/>
          </a:prstGeom>
          <a:solidFill>
            <a:schemeClr val="lt1"/>
          </a:solidFill>
          <a:ln>
            <a:noFill/>
          </a:ln>
        </p:spPr>
      </p:pic>
      <p:pic>
        <p:nvPicPr>
          <p:cNvPr id="143" name="Google Shape;143;p1"/>
          <p:cNvPicPr preferRelativeResize="0"/>
          <p:nvPr/>
        </p:nvPicPr>
        <p:blipFill rotWithShape="1">
          <a:blip r:embed="rId17">
            <a:alphaModFix/>
          </a:blip>
          <a:srcRect b="0" l="7906" r="7534" t="0"/>
          <a:stretch/>
        </p:blipFill>
        <p:spPr>
          <a:xfrm>
            <a:off x="23336925" y="24973075"/>
            <a:ext cx="7753200" cy="305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2010-04-06T18:31:46Z</dcterms:created>
  <dc:creator>Cole Bennett</dc:creator>
</cp:coreProperties>
</file>